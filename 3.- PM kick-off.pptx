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1"/>
  </p:notesMasterIdLst>
  <p:sldIdLst>
    <p:sldId id="485" r:id="rId2"/>
    <p:sldId id="2147469037" r:id="rId3"/>
    <p:sldId id="258" r:id="rId4"/>
    <p:sldId id="259" r:id="rId5"/>
    <p:sldId id="520" r:id="rId6"/>
    <p:sldId id="518" r:id="rId7"/>
    <p:sldId id="2147468982" r:id="rId8"/>
    <p:sldId id="2147468984" r:id="rId9"/>
    <p:sldId id="2147468985" r:id="rId10"/>
    <p:sldId id="2147468986" r:id="rId11"/>
    <p:sldId id="2147468988" r:id="rId12"/>
    <p:sldId id="2147468977" r:id="rId13"/>
    <p:sldId id="2147469031" r:id="rId14"/>
    <p:sldId id="2147469032" r:id="rId15"/>
    <p:sldId id="2147469033" r:id="rId16"/>
    <p:sldId id="2147469035" r:id="rId17"/>
    <p:sldId id="2147469036" r:id="rId18"/>
    <p:sldId id="2147469034" r:id="rId19"/>
    <p:sldId id="51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C4C76B-D58F-475A-A4AC-FC7C869292C5}" v="5" dt="2026-05-07T12:41:20.5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43" autoAdjust="0"/>
    <p:restoredTop sz="76000" autoAdjust="0"/>
  </p:normalViewPr>
  <p:slideViewPr>
    <p:cSldViewPr snapToGrid="0">
      <p:cViewPr varScale="1">
        <p:scale>
          <a:sx n="92" d="100"/>
          <a:sy n="92" d="100"/>
        </p:scale>
        <p:origin x="33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C09F49-2AF4-433A-AB25-01704751C1D0}" type="datetimeFigureOut">
              <a:rPr lang="en-GB" smtClean="0"/>
              <a:t>07/05/2026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4AFF9-B8A4-457B-941C-5663C1C6E832}" type="slidenum">
              <a:rPr lang="en-GB" smtClean="0"/>
              <a:t>‹Nº›</a:t>
            </a:fld>
            <a:endParaRPr lang="en-GB"/>
          </a:p>
        </p:txBody>
      </p:sp>
    </p:spTree>
    <p:extLst>
      <p:ext uri="{BB962C8B-B14F-4D97-AF65-F5344CB8AC3E}">
        <p14:creationId xmlns:p14="http://schemas.microsoft.com/office/powerpoint/2010/main" val="146473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indent="0">
              <a:buNone/>
            </a:pPr>
            <a:endParaRPr lang="es-ES" sz="800" dirty="0"/>
          </a:p>
        </p:txBody>
      </p:sp>
      <p:sp>
        <p:nvSpPr>
          <p:cNvPr id="4" name="Slide Number Placeholder 3"/>
          <p:cNvSpPr>
            <a:spLocks noGrp="1"/>
          </p:cNvSpPr>
          <p:nvPr>
            <p:ph type="sldNum" sz="quarter" idx="5"/>
          </p:nvPr>
        </p:nvSpPr>
        <p:spPr/>
        <p:txBody>
          <a:bodyPr/>
          <a:lstStyle/>
          <a:p>
            <a:fld id="{19AA2AD5-C8C6-442F-A560-138F1566AAE0}" type="slidenum">
              <a:rPr lang="es-ES" smtClean="0"/>
              <a:t>1</a:t>
            </a:fld>
            <a:endParaRPr lang="es-ES"/>
          </a:p>
        </p:txBody>
      </p:sp>
    </p:spTree>
    <p:extLst>
      <p:ext uri="{BB962C8B-B14F-4D97-AF65-F5344CB8AC3E}">
        <p14:creationId xmlns:p14="http://schemas.microsoft.com/office/powerpoint/2010/main" val="837048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19AA2AD5-C8C6-442F-A560-138F1566AAE0}" type="slidenum">
              <a:rPr lang="es-ES" smtClean="0"/>
              <a:t>2</a:t>
            </a:fld>
            <a:endParaRPr lang="es-ES"/>
          </a:p>
        </p:txBody>
      </p:sp>
    </p:spTree>
    <p:extLst>
      <p:ext uri="{BB962C8B-B14F-4D97-AF65-F5344CB8AC3E}">
        <p14:creationId xmlns:p14="http://schemas.microsoft.com/office/powerpoint/2010/main" val="302079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5"/>
          </p:nvPr>
        </p:nvSpPr>
        <p:spPr/>
        <p:txBody>
          <a:bodyPr/>
          <a:lstStyle/>
          <a:p>
            <a:fld id="{19AA2AD5-C8C6-442F-A560-138F1566AAE0}" type="slidenum">
              <a:rPr lang="es-ES" smtClean="0"/>
              <a:t>5</a:t>
            </a:fld>
            <a:endParaRPr lang="es-ES"/>
          </a:p>
        </p:txBody>
      </p:sp>
    </p:spTree>
    <p:extLst>
      <p:ext uri="{BB962C8B-B14F-4D97-AF65-F5344CB8AC3E}">
        <p14:creationId xmlns:p14="http://schemas.microsoft.com/office/powerpoint/2010/main" val="1433916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Inland Revenue Board (IRB) had already announced the e-Invoicing initiative with deadlines starting in June 2024 (recently modified to August 2024). </a:t>
            </a:r>
          </a:p>
          <a:p>
            <a:pPr algn="just">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On the 21 July 2023 they published the E-Invoice Guideline Year 2023. </a:t>
            </a:r>
            <a:r>
              <a:rPr lang="en-GB" sz="1800" dirty="0"/>
              <a:t>Official Guideline published by the Tax Authority</a:t>
            </a:r>
          </a:p>
          <a:p>
            <a:endParaRPr lang="es-ES" sz="1800" kern="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21212"/>
                </a:solidFill>
                <a:effectLst/>
                <a:latin typeface="Open Sans" panose="020B0606030504020204" pitchFamily="34" charset="0"/>
              </a:rPr>
              <a:t>The tax authority in Malaysia is yet to provide a comprehensive overview of the new e-invoicing regulation (“SDK”)</a:t>
            </a:r>
          </a:p>
          <a:p>
            <a:endParaRPr lang="en-GB" dirty="0"/>
          </a:p>
        </p:txBody>
      </p:sp>
      <p:sp>
        <p:nvSpPr>
          <p:cNvPr id="4" name="Marcador de número de diapositiva 3"/>
          <p:cNvSpPr>
            <a:spLocks noGrp="1"/>
          </p:cNvSpPr>
          <p:nvPr>
            <p:ph type="sldNum" sz="quarter" idx="5"/>
          </p:nvPr>
        </p:nvSpPr>
        <p:spPr/>
        <p:txBody>
          <a:bodyPr/>
          <a:lstStyle/>
          <a:p>
            <a:fld id="{19AA2AD5-C8C6-442F-A560-138F1566AAE0}" type="slidenum">
              <a:rPr lang="es-ES" smtClean="0"/>
              <a:t>6</a:t>
            </a:fld>
            <a:endParaRPr lang="es-ES"/>
          </a:p>
        </p:txBody>
      </p:sp>
    </p:spTree>
    <p:extLst>
      <p:ext uri="{BB962C8B-B14F-4D97-AF65-F5344CB8AC3E}">
        <p14:creationId xmlns:p14="http://schemas.microsoft.com/office/powerpoint/2010/main" val="3663626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MYR = Malaysian Ringgit, 1 MYR = 0.20 €</a:t>
            </a:r>
          </a:p>
          <a:p>
            <a:endParaRPr lang="en-GB" dirty="0"/>
          </a:p>
        </p:txBody>
      </p:sp>
      <p:sp>
        <p:nvSpPr>
          <p:cNvPr id="4" name="Marcador de número de diapositiva 3"/>
          <p:cNvSpPr>
            <a:spLocks noGrp="1"/>
          </p:cNvSpPr>
          <p:nvPr>
            <p:ph type="sldNum" sz="quarter" idx="5"/>
          </p:nvPr>
        </p:nvSpPr>
        <p:spPr/>
        <p:txBody>
          <a:bodyPr/>
          <a:lstStyle/>
          <a:p>
            <a:fld id="{19AA2AD5-C8C6-442F-A560-138F1566AAE0}" type="slidenum">
              <a:rPr lang="es-ES" smtClean="0"/>
              <a:t>7</a:t>
            </a:fld>
            <a:endParaRPr lang="es-ES"/>
          </a:p>
        </p:txBody>
      </p:sp>
    </p:spTree>
    <p:extLst>
      <p:ext uri="{BB962C8B-B14F-4D97-AF65-F5344CB8AC3E}">
        <p14:creationId xmlns:p14="http://schemas.microsoft.com/office/powerpoint/2010/main" val="1561757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5"/>
          </p:nvPr>
        </p:nvSpPr>
        <p:spPr/>
        <p:txBody>
          <a:bodyPr/>
          <a:lstStyle/>
          <a:p>
            <a:fld id="{19AA2AD5-C8C6-442F-A560-138F1566AAE0}" type="slidenum">
              <a:rPr lang="es-ES" smtClean="0"/>
              <a:t>8</a:t>
            </a:fld>
            <a:endParaRPr lang="es-ES"/>
          </a:p>
        </p:txBody>
      </p:sp>
    </p:spTree>
    <p:extLst>
      <p:ext uri="{BB962C8B-B14F-4D97-AF65-F5344CB8AC3E}">
        <p14:creationId xmlns:p14="http://schemas.microsoft.com/office/powerpoint/2010/main" val="3727336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lnSpc>
                <a:spcPct val="107000"/>
              </a:lnSpc>
              <a:spcAft>
                <a:spcPts val="800"/>
              </a:spcAft>
            </a:pPr>
            <a:r>
              <a:rPr lang="es-ES" sz="1200" dirty="0" err="1">
                <a:effectLst/>
                <a:latin typeface="Calibri" panose="020F0502020204030204" pitchFamily="34" charset="0"/>
                <a:ea typeface="Calibri" panose="020F0502020204030204" pitchFamily="34" charset="0"/>
                <a:cs typeface="Times New Roman" panose="02020603050405020304" pitchFamily="18" charset="0"/>
              </a:rPr>
              <a:t>Issuance</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of</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the</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invoice</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when</a:t>
            </a:r>
            <a:r>
              <a:rPr lang="es-ES" sz="1200" dirty="0">
                <a:effectLst/>
                <a:latin typeface="Calibri" panose="020F0502020204030204" pitchFamily="34" charset="0"/>
                <a:ea typeface="Calibri" panose="020F0502020204030204" pitchFamily="34" charset="0"/>
                <a:cs typeface="Times New Roman" panose="02020603050405020304" pitchFamily="18" charset="0"/>
              </a:rPr>
              <a:t> a sale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is</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concluded</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the</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supplier</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creates</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the</a:t>
            </a:r>
            <a:r>
              <a:rPr lang="es-ES" sz="1200" dirty="0">
                <a:effectLst/>
                <a:latin typeface="Calibri" panose="020F0502020204030204" pitchFamily="34" charset="0"/>
                <a:ea typeface="Calibri" panose="020F0502020204030204" pitchFamily="34" charset="0"/>
                <a:cs typeface="Times New Roman" panose="02020603050405020304" pitchFamily="18" charset="0"/>
              </a:rPr>
              <a:t> e-</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invoice</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to</a:t>
            </a:r>
            <a:r>
              <a:rPr lang="es-ES" sz="1200" dirty="0">
                <a:effectLst/>
                <a:latin typeface="Calibri" panose="020F0502020204030204" pitchFamily="34" charset="0"/>
                <a:ea typeface="Calibri" panose="020F0502020204030204" pitchFamily="34" charset="0"/>
                <a:cs typeface="Times New Roman" panose="02020603050405020304" pitchFamily="18" charset="0"/>
              </a:rPr>
              <a:t> be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submitted</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to</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the</a:t>
            </a:r>
            <a:r>
              <a:rPr lang="es-ES" sz="1200" dirty="0">
                <a:effectLst/>
                <a:latin typeface="Calibri" panose="020F0502020204030204" pitchFamily="34" charset="0"/>
                <a:ea typeface="Calibri" panose="020F0502020204030204" pitchFamily="34" charset="0"/>
                <a:cs typeface="Times New Roman" panose="02020603050405020304" pitchFamily="18" charset="0"/>
              </a:rPr>
              <a:t> IRBM. </a:t>
            </a:r>
          </a:p>
          <a:p>
            <a:pPr algn="just">
              <a:lnSpc>
                <a:spcPct val="107000"/>
              </a:lnSpc>
              <a:spcAft>
                <a:spcPts val="800"/>
              </a:spcAft>
            </a:pPr>
            <a:r>
              <a:rPr lang="es-ES" sz="1200" dirty="0" err="1">
                <a:effectLst/>
                <a:latin typeface="Calibri" panose="020F0502020204030204" pitchFamily="34" charset="0"/>
                <a:ea typeface="Calibri" panose="020F0502020204030204" pitchFamily="34" charset="0"/>
                <a:cs typeface="Times New Roman" panose="02020603050405020304" pitchFamily="18" charset="0"/>
              </a:rPr>
              <a:t>For</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this</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there</a:t>
            </a:r>
            <a:r>
              <a:rPr lang="es-ES" sz="1200" dirty="0">
                <a:effectLst/>
                <a:latin typeface="Calibri" panose="020F0502020204030204" pitchFamily="34" charset="0"/>
                <a:ea typeface="Calibri" panose="020F0502020204030204" pitchFamily="34" charset="0"/>
                <a:cs typeface="Times New Roman" panose="02020603050405020304" pitchFamily="18" charset="0"/>
              </a:rPr>
              <a:t> are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currently</a:t>
            </a:r>
            <a:r>
              <a:rPr lang="es-ES" sz="1200" dirty="0">
                <a:effectLst/>
                <a:latin typeface="Calibri" panose="020F0502020204030204" pitchFamily="34" charset="0"/>
                <a:ea typeface="Calibri" panose="020F0502020204030204" pitchFamily="34" charset="0"/>
                <a:cs typeface="Times New Roman" panose="02020603050405020304" pitchFamily="18" charset="0"/>
              </a:rPr>
              <a:t> data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fields</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grouped</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into</a:t>
            </a:r>
            <a:r>
              <a:rPr lang="es-ES" sz="1200" dirty="0">
                <a:effectLst/>
                <a:latin typeface="Calibri" panose="020F0502020204030204" pitchFamily="34" charset="0"/>
                <a:ea typeface="Calibri" panose="020F0502020204030204" pitchFamily="34" charset="0"/>
                <a:cs typeface="Times New Roman" panose="02020603050405020304" pitchFamily="18" charset="0"/>
              </a:rPr>
              <a:t> 9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categories</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that</a:t>
            </a:r>
            <a:r>
              <a:rPr lang="es-ES" sz="1200" dirty="0">
                <a:effectLst/>
                <a:latin typeface="Calibri" panose="020F0502020204030204" pitchFamily="34" charset="0"/>
                <a:ea typeface="Calibri" panose="020F0502020204030204" pitchFamily="34" charset="0"/>
                <a:cs typeface="Times New Roman" panose="02020603050405020304" pitchFamily="18" charset="0"/>
              </a:rPr>
              <a:t> are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required</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to</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issue</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an</a:t>
            </a:r>
            <a:r>
              <a:rPr lang="es-ES" sz="1200" dirty="0">
                <a:effectLst/>
                <a:latin typeface="Calibri" panose="020F0502020204030204" pitchFamily="34" charset="0"/>
                <a:ea typeface="Calibri" panose="020F0502020204030204" pitchFamily="34" charset="0"/>
                <a:cs typeface="Times New Roman" panose="02020603050405020304" pitchFamily="18" charset="0"/>
              </a:rPr>
              <a:t> e-</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invoice</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next</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slides</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s-ES" sz="1200" dirty="0">
                <a:effectLst/>
                <a:latin typeface="Calibri" panose="020F0502020204030204" pitchFamily="34" charset="0"/>
                <a:ea typeface="Calibri" panose="020F0502020204030204" pitchFamily="34" charset="0"/>
                <a:cs typeface="Times New Roman" panose="02020603050405020304" pitchFamily="18" charset="0"/>
              </a:rPr>
              <a:t>Data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transmission</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communication</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protocol</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with</a:t>
            </a:r>
            <a:r>
              <a:rPr lang="es-ES" sz="1200" dirty="0">
                <a:effectLst/>
                <a:latin typeface="Calibri" panose="020F0502020204030204" pitchFamily="34" charset="0"/>
                <a:ea typeface="Calibri" panose="020F0502020204030204" pitchFamily="34" charset="0"/>
                <a:cs typeface="Times New Roman" panose="02020603050405020304" pitchFamily="18" charset="0"/>
              </a:rPr>
              <a:t> Edicom,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structured</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format</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s-ES" sz="1200" dirty="0">
                <a:effectLst/>
                <a:latin typeface="Calibri" panose="020F0502020204030204" pitchFamily="34" charset="0"/>
                <a:ea typeface="Calibri" panose="020F0502020204030204" pitchFamily="34" charset="0"/>
                <a:cs typeface="Times New Roman" panose="02020603050405020304" pitchFamily="18" charset="0"/>
              </a:rPr>
              <a:t>Data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mapping</a:t>
            </a:r>
            <a:r>
              <a:rPr lang="es-ES" sz="1200" dirty="0">
                <a:effectLst/>
                <a:latin typeface="Calibri" panose="020F0502020204030204" pitchFamily="34" charset="0"/>
                <a:ea typeface="Calibri" panose="020F0502020204030204" pitchFamily="34" charset="0"/>
                <a:cs typeface="Times New Roman" panose="02020603050405020304" pitchFamily="18" charset="0"/>
              </a:rPr>
              <a:t>: JSON/XML</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s-ES" sz="1200" dirty="0">
                <a:effectLst/>
                <a:latin typeface="Calibri" panose="020F0502020204030204" pitchFamily="34" charset="0"/>
                <a:ea typeface="Calibri" panose="020F0502020204030204" pitchFamily="34" charset="0"/>
                <a:cs typeface="Times New Roman" panose="02020603050405020304" pitchFamily="18" charset="0"/>
              </a:rPr>
              <a:t>Data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validation</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mandatory</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conditional</a:t>
            </a:r>
            <a:r>
              <a:rPr lang="es-ES" sz="1200" dirty="0">
                <a:effectLst/>
                <a:latin typeface="Calibri" panose="020F0502020204030204" pitchFamily="34" charset="0"/>
                <a:ea typeface="Calibri" panose="020F0502020204030204" pitchFamily="34" charset="0"/>
                <a:cs typeface="Times New Roman" panose="02020603050405020304" pitchFamily="18" charset="0"/>
              </a:rPr>
              <a:t>/</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optional</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fields</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just">
              <a:lnSpc>
                <a:spcPct val="107000"/>
              </a:lnSpc>
              <a:spcAft>
                <a:spcPts val="800"/>
              </a:spcAft>
            </a:pPr>
            <a:r>
              <a:rPr lang="es-ES" sz="1200" dirty="0">
                <a:effectLst/>
                <a:latin typeface="Calibri" panose="020F0502020204030204" pitchFamily="34" charset="0"/>
                <a:ea typeface="Calibri" panose="020F0502020204030204" pitchFamily="34" charset="0"/>
                <a:cs typeface="Times New Roman" panose="02020603050405020304" pitchFamily="18" charset="0"/>
              </a:rPr>
              <a:t> Once the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invoice</a:t>
            </a:r>
            <a:r>
              <a:rPr lang="es-ES" sz="1200" dirty="0">
                <a:effectLst/>
                <a:latin typeface="Calibri" panose="020F0502020204030204" pitchFamily="34" charset="0"/>
                <a:ea typeface="Calibri" panose="020F0502020204030204" pitchFamily="34" charset="0"/>
                <a:cs typeface="Times New Roman" panose="02020603050405020304" pitchFamily="18" charset="0"/>
              </a:rPr>
              <a:t> is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validated</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it</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will</a:t>
            </a:r>
            <a:r>
              <a:rPr lang="es-ES" sz="1200" dirty="0">
                <a:effectLst/>
                <a:latin typeface="Calibri" panose="020F0502020204030204" pitchFamily="34" charset="0"/>
                <a:ea typeface="Calibri" panose="020F0502020204030204" pitchFamily="34" charset="0"/>
                <a:cs typeface="Times New Roman" panose="02020603050405020304" pitchFamily="18" charset="0"/>
              </a:rPr>
              <a:t> be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securely</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communicated</a:t>
            </a:r>
            <a:r>
              <a:rPr lang="es-ES" sz="1200" dirty="0">
                <a:effectLst/>
                <a:latin typeface="Calibri" panose="020F0502020204030204" pitchFamily="34" charset="0"/>
                <a:ea typeface="Calibri" panose="020F0502020204030204" pitchFamily="34" charset="0"/>
                <a:cs typeface="Times New Roman" panose="02020603050405020304" pitchFamily="18" charset="0"/>
              </a:rPr>
              <a:t> to the IRB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via</a:t>
            </a:r>
            <a:r>
              <a:rPr lang="es-ES" sz="1200" dirty="0">
                <a:effectLst/>
                <a:latin typeface="Calibri" panose="020F0502020204030204" pitchFamily="34" charset="0"/>
                <a:ea typeface="Calibri" panose="020F0502020204030204" pitchFamily="34" charset="0"/>
                <a:cs typeface="Times New Roman" panose="02020603050405020304" pitchFamily="18" charset="0"/>
              </a:rPr>
              <a:t> API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using</a:t>
            </a:r>
            <a:r>
              <a:rPr lang="es-ES" sz="1200" dirty="0">
                <a:effectLst/>
                <a:latin typeface="Calibri" panose="020F0502020204030204" pitchFamily="34" charset="0"/>
                <a:ea typeface="Calibri" panose="020F0502020204030204" pitchFamily="34" charset="0"/>
                <a:cs typeface="Times New Roman" panose="02020603050405020304" pitchFamily="18" charset="0"/>
              </a:rPr>
              <a:t> the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authentication</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mechanisms</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via</a:t>
            </a:r>
            <a:r>
              <a:rPr lang="es-ES" sz="1200" dirty="0">
                <a:effectLst/>
                <a:latin typeface="Calibri" panose="020F0502020204030204" pitchFamily="34" charset="0"/>
                <a:ea typeface="Calibri" panose="020F0502020204030204" pitchFamily="34" charset="0"/>
                <a:cs typeface="Times New Roman" panose="02020603050405020304" pitchFamily="18" charset="0"/>
              </a:rPr>
              <a:t> the Digital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Certificate</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issued</a:t>
            </a:r>
            <a:r>
              <a:rPr lang="es-ES" sz="1200" dirty="0">
                <a:effectLst/>
                <a:latin typeface="Calibri" panose="020F0502020204030204" pitchFamily="34" charset="0"/>
                <a:ea typeface="Calibri" panose="020F0502020204030204" pitchFamily="34" charset="0"/>
                <a:cs typeface="Times New Roman" panose="02020603050405020304" pitchFamily="18" charset="0"/>
              </a:rPr>
              <a:t> by the IRBM to the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taxpayers</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startAt="5"/>
              <a:tabLst>
                <a:tab pos="457200" algn="l"/>
              </a:tabLst>
            </a:pPr>
            <a:r>
              <a:rPr lang="es-ES" sz="1200" dirty="0" err="1">
                <a:effectLst/>
                <a:latin typeface="Calibri" panose="020F0502020204030204" pitchFamily="34" charset="0"/>
                <a:ea typeface="Calibri" panose="020F0502020204030204" pitchFamily="34" charset="0"/>
                <a:cs typeface="Times New Roman" panose="02020603050405020304" pitchFamily="18" charset="0"/>
              </a:rPr>
              <a:t>Clearance</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of</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the</a:t>
            </a:r>
            <a:r>
              <a:rPr lang="es-ES" sz="1200" dirty="0">
                <a:effectLst/>
                <a:latin typeface="Calibri" panose="020F0502020204030204" pitchFamily="34" charset="0"/>
                <a:ea typeface="Calibri" panose="020F0502020204030204" pitchFamily="34" charset="0"/>
                <a:cs typeface="Times New Roman" panose="02020603050405020304" pitchFamily="18" charset="0"/>
              </a:rPr>
              <a:t> e-</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invoice</a:t>
            </a:r>
            <a:r>
              <a:rPr lang="es-ES" sz="1200" dirty="0">
                <a:effectLst/>
                <a:latin typeface="Calibri" panose="020F0502020204030204" pitchFamily="34" charset="0"/>
                <a:ea typeface="Calibri" panose="020F0502020204030204" pitchFamily="34" charset="0"/>
                <a:cs typeface="Times New Roman" panose="02020603050405020304" pitchFamily="18" charset="0"/>
              </a:rPr>
              <a:t>. The IRB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will</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validate</a:t>
            </a:r>
            <a:r>
              <a:rPr lang="es-ES" sz="1200" dirty="0">
                <a:effectLst/>
                <a:latin typeface="Calibri" panose="020F0502020204030204" pitchFamily="34" charset="0"/>
                <a:ea typeface="Calibri" panose="020F0502020204030204" pitchFamily="34" charset="0"/>
                <a:cs typeface="Times New Roman" panose="02020603050405020304" pitchFamily="18" charset="0"/>
              </a:rPr>
              <a:t> the e-</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invoice</a:t>
            </a:r>
            <a:r>
              <a:rPr lang="es-ES" sz="1200" dirty="0">
                <a:effectLst/>
                <a:latin typeface="Calibri" panose="020F0502020204030204" pitchFamily="34" charset="0"/>
                <a:ea typeface="Calibri" panose="020F0502020204030204" pitchFamily="34" charset="0"/>
                <a:cs typeface="Times New Roman" panose="02020603050405020304" pitchFamily="18" charset="0"/>
              </a:rPr>
              <a:t> in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realtime</a:t>
            </a:r>
            <a:r>
              <a:rPr lang="es-ES" sz="1200" dirty="0">
                <a:effectLst/>
                <a:latin typeface="Calibri" panose="020F0502020204030204" pitchFamily="34" charset="0"/>
                <a:ea typeface="Calibri" panose="020F0502020204030204" pitchFamily="34" charset="0"/>
                <a:cs typeface="Times New Roman" panose="02020603050405020304" pitchFamily="18" charset="0"/>
              </a:rPr>
              <a:t> and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return</a:t>
            </a:r>
            <a:r>
              <a:rPr lang="es-ES" sz="1200" dirty="0">
                <a:effectLst/>
                <a:latin typeface="Calibri" panose="020F0502020204030204" pitchFamily="34" charset="0"/>
                <a:ea typeface="Calibri" panose="020F0502020204030204" pitchFamily="34" charset="0"/>
                <a:cs typeface="Times New Roman" panose="02020603050405020304" pitchFamily="18" charset="0"/>
              </a:rPr>
              <a:t> the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validation</a:t>
            </a:r>
            <a:r>
              <a:rPr lang="es-ES" sz="1200" dirty="0">
                <a:effectLst/>
                <a:latin typeface="Calibri" panose="020F0502020204030204" pitchFamily="34" charset="0"/>
                <a:ea typeface="Calibri" panose="020F0502020204030204" pitchFamily="34" charset="0"/>
                <a:cs typeface="Times New Roman" panose="02020603050405020304" pitchFamily="18" charset="0"/>
              </a:rPr>
              <a:t> link (UUID and Log ID) to the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supplier</a:t>
            </a:r>
            <a:r>
              <a:rPr lang="es-ES" sz="1200" dirty="0">
                <a:effectLst/>
                <a:latin typeface="Calibri" panose="020F0502020204030204" pitchFamily="34" charset="0"/>
                <a:ea typeface="Calibri" panose="020F0502020204030204" pitchFamily="34" charset="0"/>
                <a:cs typeface="Times New Roman" panose="02020603050405020304" pitchFamily="18" charset="0"/>
              </a:rPr>
              <a:t> to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create</a:t>
            </a:r>
            <a:r>
              <a:rPr lang="es-ES" sz="1200" dirty="0">
                <a:effectLst/>
                <a:latin typeface="Calibri" panose="020F0502020204030204" pitchFamily="34" charset="0"/>
                <a:ea typeface="Calibri" panose="020F0502020204030204" pitchFamily="34" charset="0"/>
                <a:cs typeface="Times New Roman" panose="02020603050405020304" pitchFamily="18" charset="0"/>
              </a:rPr>
              <a:t> the QR </a:t>
            </a:r>
            <a:r>
              <a:rPr lang="es-ES" sz="1200" dirty="0" err="1">
                <a:effectLst/>
                <a:latin typeface="Calibri" panose="020F0502020204030204" pitchFamily="34" charset="0"/>
                <a:ea typeface="Calibri" panose="020F0502020204030204" pitchFamily="34" charset="0"/>
                <a:cs typeface="Times New Roman" panose="02020603050405020304" pitchFamily="18" charset="0"/>
              </a:rPr>
              <a:t>Code</a:t>
            </a:r>
            <a:r>
              <a:rPr lang="es-ES" sz="1200" dirty="0">
                <a:effectLst/>
                <a:latin typeface="Calibri" panose="020F0502020204030204" pitchFamily="34" charset="0"/>
                <a:ea typeface="Calibri" panose="020F0502020204030204" pitchFamily="34" charset="0"/>
                <a:cs typeface="Times New Roman" panose="02020603050405020304" pitchFamily="18" charset="0"/>
              </a:rPr>
              <a:t> </a:t>
            </a:r>
            <a:endParaRPr lang="en-GB"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startAt="5"/>
              <a:tabLst>
                <a:tab pos="457200" algn="l"/>
              </a:tabLst>
            </a:pPr>
            <a:r>
              <a:rPr lang="en-GB" sz="1200" dirty="0">
                <a:effectLst/>
                <a:latin typeface="Calibri" panose="020F0502020204030204" pitchFamily="34" charset="0"/>
                <a:ea typeface="Calibri" panose="020F0502020204030204" pitchFamily="34" charset="0"/>
                <a:cs typeface="Times New Roman" panose="02020603050405020304" pitchFamily="18" charset="0"/>
              </a:rPr>
              <a:t>In parallel, there will be notifications (acknowledgements) from the IRBM to the supplier as well as to the buyer.</a:t>
            </a:r>
          </a:p>
          <a:p>
            <a:pPr algn="just">
              <a:lnSpc>
                <a:spcPct val="107000"/>
              </a:lnSpc>
              <a:spcAft>
                <a:spcPts val="8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This would be the first step – the clearance of the invoice. </a:t>
            </a:r>
          </a:p>
          <a:p>
            <a:pPr marL="449580" algn="just">
              <a:lnSpc>
                <a:spcPct val="107000"/>
              </a:lnSpc>
              <a:spcAft>
                <a:spcPts val="8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The next step is to send the cleared invoice (with QR code) to the buyer. The purpose of the QR code is to validate the existence or the status of the e-Invoice, which can be checked through the IRBM’s official portal. This delivery can be done also in an automated manner, to buyers with e-Invoicing capabilities and to buyers that can only receive the PDF version, to make this whole flow fully traceable from your company’s perspective. </a:t>
            </a:r>
          </a:p>
          <a:p>
            <a:pPr algn="just">
              <a:lnSpc>
                <a:spcPct val="107000"/>
              </a:lnSpc>
              <a:spcAft>
                <a:spcPts val="8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Additionally, this model allows for the rejection or cancellation of the e-invoice. The supplier/buyer can cancel/reject an invoice within 72 hours with justification (e.g. wrong invoice data in any field (e.g., SST number, business registration number, any business-related information, etc ) via the IRBM portal. Both will receive a notification. </a:t>
            </a:r>
          </a:p>
          <a:p>
            <a:pPr marL="342900" lvl="0" indent="-342900" algn="just">
              <a:lnSpc>
                <a:spcPct val="107000"/>
              </a:lnSpc>
              <a:spcAft>
                <a:spcPts val="800"/>
              </a:spcAft>
              <a:buFont typeface="+mj-lt"/>
              <a:buAutoNum type="arabicPeriod"/>
              <a:tabLst>
                <a:tab pos="457200" algn="l"/>
              </a:tabLst>
            </a:pPr>
            <a:r>
              <a:rPr lang="en-GB" sz="1200" dirty="0">
                <a:effectLst/>
                <a:latin typeface="Calibri" panose="020F0502020204030204" pitchFamily="34" charset="0"/>
                <a:ea typeface="Calibri" panose="020F0502020204030204" pitchFamily="34" charset="0"/>
                <a:cs typeface="Times New Roman" panose="02020603050405020304" pitchFamily="18" charset="0"/>
              </a:rPr>
              <a:t>Request for Reject notification / 7. Cancellation notification</a:t>
            </a:r>
          </a:p>
          <a:p>
            <a:pPr algn="just">
              <a:lnSpc>
                <a:spcPct val="107000"/>
              </a:lnSpc>
              <a:spcAft>
                <a:spcPts val="8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After the 72-hour timeframe, the status of the e-Invoice will automatically change to “Valid”, and any further amendments will require Debit/Credit Note. </a:t>
            </a:r>
          </a:p>
          <a:p>
            <a:pPr algn="just">
              <a:lnSpc>
                <a:spcPct val="107000"/>
              </a:lnSpc>
              <a:spcAft>
                <a:spcPts val="8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 </a:t>
            </a:r>
          </a:p>
          <a:p>
            <a:pPr algn="just">
              <a:lnSpc>
                <a:spcPct val="107000"/>
              </a:lnSpc>
              <a:spcAft>
                <a:spcPts val="800"/>
              </a:spcAft>
            </a:pPr>
            <a:r>
              <a:rPr lang="en-GB" sz="1200" dirty="0">
                <a:effectLst/>
                <a:latin typeface="Calibri" panose="020F0502020204030204" pitchFamily="34" charset="0"/>
                <a:ea typeface="Calibri" panose="020F0502020204030204" pitchFamily="34" charset="0"/>
                <a:cs typeface="Times New Roman" panose="02020603050405020304" pitchFamily="18" charset="0"/>
              </a:rPr>
              <a:t>It is important to note that there might be some final tweaks to this model as the final specifications will be released in the upcoming budget, as well as the SDK (Software Development Kit) that is expected to be issued in the Q4 later this year. </a:t>
            </a:r>
          </a:p>
          <a:p>
            <a:r>
              <a:rPr lang="en-GB" sz="1200" kern="0" dirty="0">
                <a:effectLst/>
                <a:latin typeface="Calibri" panose="020F0502020204030204" pitchFamily="34" charset="0"/>
                <a:ea typeface="Calibri" panose="020F0502020204030204" pitchFamily="34" charset="0"/>
                <a:cs typeface="Times New Roman" panose="02020603050405020304" pitchFamily="18" charset="0"/>
              </a:rPr>
              <a:t>In any case, </a:t>
            </a:r>
            <a:r>
              <a:rPr lang="en-GB" sz="1200" kern="0" dirty="0" err="1">
                <a:effectLst/>
                <a:latin typeface="Calibri" panose="020F0502020204030204" pitchFamily="34" charset="0"/>
                <a:ea typeface="Calibri" panose="020F0502020204030204" pitchFamily="34" charset="0"/>
                <a:cs typeface="Times New Roman" panose="02020603050405020304" pitchFamily="18" charset="0"/>
              </a:rPr>
              <a:t>Edicom’s</a:t>
            </a:r>
            <a:r>
              <a:rPr lang="en-GB" sz="1200" kern="0" dirty="0">
                <a:effectLst/>
                <a:latin typeface="Calibri" panose="020F0502020204030204" pitchFamily="34" charset="0"/>
                <a:ea typeface="Calibri" panose="020F0502020204030204" pitchFamily="34" charset="0"/>
                <a:cs typeface="Times New Roman" panose="02020603050405020304" pitchFamily="18" charset="0"/>
              </a:rPr>
              <a:t> global solution will always be in line with the requirements in Malaysia </a:t>
            </a:r>
            <a:endParaRPr lang="en-GB" dirty="0"/>
          </a:p>
          <a:p>
            <a:pPr algn="just">
              <a:lnSpc>
                <a:spcPct val="107000"/>
              </a:lnSpc>
              <a:spcAft>
                <a:spcPts val="800"/>
              </a:spcAft>
            </a:pPr>
            <a:endParaRPr lang="en-GB" dirty="0"/>
          </a:p>
        </p:txBody>
      </p:sp>
      <p:sp>
        <p:nvSpPr>
          <p:cNvPr id="4" name="Marcador de número de diapositiva 3"/>
          <p:cNvSpPr>
            <a:spLocks noGrp="1"/>
          </p:cNvSpPr>
          <p:nvPr>
            <p:ph type="sldNum" sz="quarter" idx="5"/>
          </p:nvPr>
        </p:nvSpPr>
        <p:spPr/>
        <p:txBody>
          <a:bodyPr/>
          <a:lstStyle/>
          <a:p>
            <a:fld id="{19AA2AD5-C8C6-442F-A560-138F1566AAE0}" type="slidenum">
              <a:rPr lang="es-ES" smtClean="0"/>
              <a:t>9</a:t>
            </a:fld>
            <a:endParaRPr lang="es-ES"/>
          </a:p>
        </p:txBody>
      </p:sp>
    </p:spTree>
    <p:extLst>
      <p:ext uri="{BB962C8B-B14F-4D97-AF65-F5344CB8AC3E}">
        <p14:creationId xmlns:p14="http://schemas.microsoft.com/office/powerpoint/2010/main" val="580527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lnSpc>
                <a:spcPct val="107000"/>
              </a:lnSpc>
              <a:spcAft>
                <a:spcPts val="800"/>
              </a:spcAft>
            </a:pPr>
            <a:endParaRPr lang="en-GB" dirty="0"/>
          </a:p>
        </p:txBody>
      </p:sp>
      <p:sp>
        <p:nvSpPr>
          <p:cNvPr id="4" name="Marcador de número de diapositiva 3"/>
          <p:cNvSpPr>
            <a:spLocks noGrp="1"/>
          </p:cNvSpPr>
          <p:nvPr>
            <p:ph type="sldNum" sz="quarter" idx="5"/>
          </p:nvPr>
        </p:nvSpPr>
        <p:spPr/>
        <p:txBody>
          <a:bodyPr/>
          <a:lstStyle/>
          <a:p>
            <a:fld id="{19AA2AD5-C8C6-442F-A560-138F1566AAE0}" type="slidenum">
              <a:rPr lang="es-ES" smtClean="0"/>
              <a:t>10</a:t>
            </a:fld>
            <a:endParaRPr lang="es-ES"/>
          </a:p>
        </p:txBody>
      </p:sp>
    </p:spTree>
    <p:extLst>
      <p:ext uri="{BB962C8B-B14F-4D97-AF65-F5344CB8AC3E}">
        <p14:creationId xmlns:p14="http://schemas.microsoft.com/office/powerpoint/2010/main" val="3705693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lnSpc>
                <a:spcPct val="107000"/>
              </a:lnSpc>
              <a:spcAft>
                <a:spcPts val="800"/>
              </a:spcAft>
            </a:pPr>
            <a:r>
              <a:rPr lang="en-GB" sz="1800" dirty="0">
                <a:effectLst/>
                <a:latin typeface="Calibri" panose="020F0502020204030204" pitchFamily="34" charset="0"/>
                <a:ea typeface="Calibri" panose="020F0502020204030204" pitchFamily="34" charset="0"/>
                <a:cs typeface="Times New Roman" panose="02020603050405020304" pitchFamily="18" charset="0"/>
              </a:rPr>
              <a:t> </a:t>
            </a:r>
            <a:endParaRPr lang="en-GB" dirty="0"/>
          </a:p>
        </p:txBody>
      </p:sp>
      <p:sp>
        <p:nvSpPr>
          <p:cNvPr id="4" name="Marcador de número de diapositiva 3"/>
          <p:cNvSpPr>
            <a:spLocks noGrp="1"/>
          </p:cNvSpPr>
          <p:nvPr>
            <p:ph type="sldNum" sz="quarter" idx="5"/>
          </p:nvPr>
        </p:nvSpPr>
        <p:spPr/>
        <p:txBody>
          <a:bodyPr/>
          <a:lstStyle/>
          <a:p>
            <a:fld id="{19AA2AD5-C8C6-442F-A560-138F1566AAE0}" type="slidenum">
              <a:rPr lang="es-ES" smtClean="0"/>
              <a:t>11</a:t>
            </a:fld>
            <a:endParaRPr lang="es-ES"/>
          </a:p>
        </p:txBody>
      </p:sp>
    </p:spTree>
    <p:extLst>
      <p:ext uri="{BB962C8B-B14F-4D97-AF65-F5344CB8AC3E}">
        <p14:creationId xmlns:p14="http://schemas.microsoft.com/office/powerpoint/2010/main" val="7176028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19AA2AD5-C8C6-442F-A560-138F1566AAE0}" type="slidenum">
              <a:rPr lang="es-ES" smtClean="0"/>
              <a:t>12</a:t>
            </a:fld>
            <a:endParaRPr lang="es-ES"/>
          </a:p>
        </p:txBody>
      </p:sp>
    </p:spTree>
    <p:extLst>
      <p:ext uri="{BB962C8B-B14F-4D97-AF65-F5344CB8AC3E}">
        <p14:creationId xmlns:p14="http://schemas.microsoft.com/office/powerpoint/2010/main" val="4072438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BBE66-EE37-3A25-9531-4AAC04FD9B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12FE5C3-A886-1E01-608F-90922F9561D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E9645C-A422-FDA8-1E9C-336A519EAE47}"/>
              </a:ext>
            </a:extLst>
          </p:cNvPr>
          <p:cNvSpPr>
            <a:spLocks noGrp="1"/>
          </p:cNvSpPr>
          <p:nvPr>
            <p:ph type="body" idx="1"/>
          </p:nvPr>
        </p:nvSpPr>
        <p:spPr/>
        <p:txBody>
          <a:bodyPr/>
          <a:lstStyle/>
          <a:p>
            <a:r>
              <a:rPr lang="en-GB" sz="1800" dirty="0" err="1">
                <a:effectLst/>
                <a:latin typeface="Calibri" panose="020F0502020204030204" pitchFamily="34" charset="0"/>
                <a:ea typeface="Calibri" panose="020F0502020204030204" pitchFamily="34" charset="0"/>
              </a:rPr>
              <a:t>EDICOMCompliance</a:t>
            </a:r>
            <a:r>
              <a:rPr lang="en-GB" sz="1800" dirty="0">
                <a:effectLst/>
                <a:latin typeface="Calibri" panose="020F0502020204030204" pitchFamily="34" charset="0"/>
                <a:ea typeface="Calibri" panose="020F0502020204030204" pitchFamily="34" charset="0"/>
              </a:rPr>
              <a:t> operates as a </a:t>
            </a:r>
            <a:r>
              <a:rPr lang="en-GB" sz="1800" dirty="0" err="1">
                <a:effectLst/>
                <a:latin typeface="Calibri" panose="020F0502020204030204" pitchFamily="34" charset="0"/>
                <a:ea typeface="Calibri" panose="020F0502020204030204" pitchFamily="34" charset="0"/>
              </a:rPr>
              <a:t>blackbox</a:t>
            </a:r>
            <a:r>
              <a:rPr lang="en-GB" sz="1800" dirty="0">
                <a:effectLst/>
                <a:latin typeface="Calibri" panose="020F0502020204030204" pitchFamily="34" charset="0"/>
                <a:ea typeface="Calibri" panose="020F0502020204030204" pitchFamily="34" charset="0"/>
              </a:rPr>
              <a:t> with an available front-end </a:t>
            </a:r>
            <a:r>
              <a:rPr lang="en-GB" sz="1800" dirty="0" err="1">
                <a:effectLst/>
                <a:latin typeface="Calibri" panose="020F0502020204030204" pitchFamily="34" charset="0"/>
                <a:ea typeface="Calibri" panose="020F0502020204030204" pitchFamily="34" charset="0"/>
              </a:rPr>
              <a:t>accesible</a:t>
            </a:r>
            <a:r>
              <a:rPr lang="en-GB" sz="1800" dirty="0">
                <a:effectLst/>
                <a:latin typeface="Calibri" panose="020F0502020204030204" pitchFamily="34" charset="0"/>
                <a:ea typeface="Calibri" panose="020F0502020204030204" pitchFamily="34" charset="0"/>
              </a:rPr>
              <a:t> for a secure and user friendly monitoring of the flows. It allows to see the flows per country (e.g. Poland), type of flows (e.g. AR invoices) and per entity. </a:t>
            </a:r>
          </a:p>
          <a:p>
            <a:endParaRPr lang="en-GB" sz="1800" dirty="0">
              <a:effectLst/>
              <a:latin typeface="Calibri" panose="020F0502020204030204" pitchFamily="34" charset="0"/>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u="none" strike="noStrike" dirty="0" err="1">
                <a:solidFill>
                  <a:srgbClr val="FFFFFF"/>
                </a:solidFill>
                <a:effectLst/>
                <a:latin typeface="Arial" panose="020B0604020202020204" pitchFamily="34" charset="0"/>
              </a:rPr>
              <a:t>EDICOMCompliance</a:t>
            </a:r>
            <a:r>
              <a:rPr lang="en-GB" sz="1800" b="0" i="0" u="none" strike="noStrike" dirty="0">
                <a:solidFill>
                  <a:srgbClr val="FFFFFF"/>
                </a:solidFill>
                <a:effectLst/>
                <a:latin typeface="Arial" panose="020B0604020202020204" pitchFamily="34" charset="0"/>
              </a:rPr>
              <a:t> allows to monitor the lifecycle of the document (e.g. invoice). In the case of e-Invoicing, an invoice may pass through various phases: preparation/validation (mapping of the structured data, syntactical validation by EDICOM); issuance of the legal e-invoice (sending, error in connecting to the </a:t>
            </a:r>
            <a:r>
              <a:rPr lang="en-GB" sz="1800" b="0" i="0" u="none" strike="noStrike" dirty="0" err="1">
                <a:solidFill>
                  <a:srgbClr val="FFFFFF"/>
                </a:solidFill>
                <a:effectLst/>
                <a:latin typeface="Arial" panose="020B0604020202020204" pitchFamily="34" charset="0"/>
              </a:rPr>
              <a:t>KSeF</a:t>
            </a:r>
            <a:r>
              <a:rPr lang="en-GB" sz="1800" b="0" i="0" u="none" strike="noStrike" dirty="0">
                <a:solidFill>
                  <a:srgbClr val="FFFFFF"/>
                </a:solidFill>
                <a:effectLst/>
                <a:latin typeface="Arial" panose="020B0604020202020204" pitchFamily="34" charset="0"/>
              </a:rPr>
              <a:t>, issued correctly); Validation at destination (refused, approved, approved with UPO). </a:t>
            </a:r>
          </a:p>
          <a:p>
            <a:endParaRPr lang="en-GB" sz="1800" dirty="0">
              <a:effectLst/>
              <a:latin typeface="Calibri" panose="020F0502020204030204" pitchFamily="34" charset="0"/>
              <a:ea typeface="Calibri" panose="020F0502020204030204" pitchFamily="34" charset="0"/>
            </a:endParaRPr>
          </a:p>
        </p:txBody>
      </p:sp>
      <p:sp>
        <p:nvSpPr>
          <p:cNvPr id="4" name="Marcador de número de diapositiva 3">
            <a:extLst>
              <a:ext uri="{FF2B5EF4-FFF2-40B4-BE49-F238E27FC236}">
                <a16:creationId xmlns:a16="http://schemas.microsoft.com/office/drawing/2014/main" id="{ECE48770-C046-4012-860B-6F1D11364809}"/>
              </a:ext>
            </a:extLst>
          </p:cNvPr>
          <p:cNvSpPr>
            <a:spLocks noGrp="1"/>
          </p:cNvSpPr>
          <p:nvPr>
            <p:ph type="sldNum" sz="quarter" idx="5"/>
          </p:nvPr>
        </p:nvSpPr>
        <p:spPr/>
        <p:txBody>
          <a:bodyPr/>
          <a:lstStyle/>
          <a:p>
            <a:fld id="{19AA2AD5-C8C6-442F-A560-138F1566AAE0}" type="slidenum">
              <a:rPr lang="es-ES" smtClean="0"/>
              <a:t>13</a:t>
            </a:fld>
            <a:endParaRPr lang="es-ES"/>
          </a:p>
        </p:txBody>
      </p:sp>
    </p:spTree>
    <p:extLst>
      <p:ext uri="{BB962C8B-B14F-4D97-AF65-F5344CB8AC3E}">
        <p14:creationId xmlns:p14="http://schemas.microsoft.com/office/powerpoint/2010/main" val="249999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2F3DA-CBA7-AD34-A013-616A15AFC70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87233D-CBA2-F389-606F-FDADCCCACD9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3D3B5F-2372-A07C-1C72-396DCCFE894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0" i="0" u="none" strike="noStrike" dirty="0">
                <a:solidFill>
                  <a:srgbClr val="FFFFFF"/>
                </a:solidFill>
                <a:effectLst/>
                <a:latin typeface="Arial" panose="020B0604020202020204" pitchFamily="34" charset="0"/>
              </a:rPr>
              <a:t>The dashboard provides a quick and easy access to invoices sent, received, and erroneous invoices, as well as to the acknowledgments associated with these invoices. </a:t>
            </a:r>
          </a:p>
          <a:p>
            <a:endParaRPr lang="en-GB" sz="1800" dirty="0">
              <a:effectLst/>
              <a:latin typeface="Calibri" panose="020F0502020204030204" pitchFamily="34" charset="0"/>
              <a:ea typeface="Calibri" panose="020F0502020204030204" pitchFamily="34" charset="0"/>
            </a:endParaRPr>
          </a:p>
        </p:txBody>
      </p:sp>
      <p:sp>
        <p:nvSpPr>
          <p:cNvPr id="4" name="Marcador de número de diapositiva 3">
            <a:extLst>
              <a:ext uri="{FF2B5EF4-FFF2-40B4-BE49-F238E27FC236}">
                <a16:creationId xmlns:a16="http://schemas.microsoft.com/office/drawing/2014/main" id="{AF8F6C5A-7D4D-926B-B8B7-A86C5CED3561}"/>
              </a:ext>
            </a:extLst>
          </p:cNvPr>
          <p:cNvSpPr>
            <a:spLocks noGrp="1"/>
          </p:cNvSpPr>
          <p:nvPr>
            <p:ph type="sldNum" sz="quarter" idx="5"/>
          </p:nvPr>
        </p:nvSpPr>
        <p:spPr/>
        <p:txBody>
          <a:bodyPr/>
          <a:lstStyle/>
          <a:p>
            <a:fld id="{19AA2AD5-C8C6-442F-A560-138F1566AAE0}" type="slidenum">
              <a:rPr lang="es-ES" smtClean="0"/>
              <a:t>14</a:t>
            </a:fld>
            <a:endParaRPr lang="es-ES"/>
          </a:p>
        </p:txBody>
      </p:sp>
    </p:spTree>
    <p:extLst>
      <p:ext uri="{BB962C8B-B14F-4D97-AF65-F5344CB8AC3E}">
        <p14:creationId xmlns:p14="http://schemas.microsoft.com/office/powerpoint/2010/main" val="1824953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68650-A61C-EF27-9CFB-A8C72E9580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C11A625-AC98-BBFC-88A8-F20AF4C5DDE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E11BDC7-5EC6-CD43-5885-03CD5F19AF6C}"/>
              </a:ext>
            </a:extLst>
          </p:cNvPr>
          <p:cNvSpPr>
            <a:spLocks noGrp="1"/>
          </p:cNvSpPr>
          <p:nvPr>
            <p:ph type="body" idx="1"/>
          </p:nvPr>
        </p:nvSpPr>
        <p:spPr/>
        <p:txBody>
          <a:bodyPr/>
          <a:lstStyle/>
          <a:p>
            <a:endParaRPr lang="en-GB" sz="1800" b="0" i="0" u="none" strike="noStrike" dirty="0">
              <a:solidFill>
                <a:srgbClr val="FFFFFF"/>
              </a:solidFill>
              <a:effectLst/>
              <a:latin typeface="Arial" panose="020B0604020202020204" pitchFamily="34" charset="0"/>
            </a:endParaRPr>
          </a:p>
          <a:p>
            <a:r>
              <a:rPr lang="en-GB" sz="1800" b="0" i="0" u="none" strike="noStrike" dirty="0">
                <a:solidFill>
                  <a:srgbClr val="FFFFFF"/>
                </a:solidFill>
                <a:effectLst/>
                <a:latin typeface="Arial" panose="020B0604020202020204" pitchFamily="34" charset="0"/>
              </a:rPr>
              <a:t>The detail panel provides comprehensive information about any document. Multiple detail panels can be opened simultaneously for comparing the information across various messages, see the relationship with other linked documents, the audit trail of the document statuses, the structured format of the content (e.g. XML) and readable PDF formats. Searches can be conducted using various invoice metadata such as document reference, partners, invoice type, invoice status, sender,  and recipient. The search results can be exported in formats like CSV, Excel, or PDF. Furthermore, this data extraction can be automated (e.g., weekly, monthly) and customised to fit Meta's specifications for integration with other tools (e.g. BI software).</a:t>
            </a:r>
            <a:r>
              <a:rPr lang="en-GB" sz="2800" dirty="0"/>
              <a:t> </a:t>
            </a:r>
            <a:br>
              <a:rPr lang="en-GB" sz="1800" b="0" i="0" u="none" strike="noStrike" dirty="0">
                <a:solidFill>
                  <a:srgbClr val="FFFFFF"/>
                </a:solidFill>
                <a:effectLst/>
                <a:latin typeface="Arial" panose="020B0604020202020204" pitchFamily="34" charset="0"/>
              </a:rPr>
            </a:br>
            <a:endParaRPr lang="en-GB" sz="1800" dirty="0">
              <a:effectLst/>
              <a:latin typeface="Calibri" panose="020F0502020204030204" pitchFamily="34" charset="0"/>
              <a:ea typeface="Calibri" panose="020F0502020204030204" pitchFamily="34" charset="0"/>
            </a:endParaRPr>
          </a:p>
        </p:txBody>
      </p:sp>
      <p:sp>
        <p:nvSpPr>
          <p:cNvPr id="4" name="Marcador de número de diapositiva 3">
            <a:extLst>
              <a:ext uri="{FF2B5EF4-FFF2-40B4-BE49-F238E27FC236}">
                <a16:creationId xmlns:a16="http://schemas.microsoft.com/office/drawing/2014/main" id="{429BA6DA-4CD4-2407-E605-F56C3D649790}"/>
              </a:ext>
            </a:extLst>
          </p:cNvPr>
          <p:cNvSpPr>
            <a:spLocks noGrp="1"/>
          </p:cNvSpPr>
          <p:nvPr>
            <p:ph type="sldNum" sz="quarter" idx="5"/>
          </p:nvPr>
        </p:nvSpPr>
        <p:spPr/>
        <p:txBody>
          <a:bodyPr/>
          <a:lstStyle/>
          <a:p>
            <a:fld id="{19AA2AD5-C8C6-442F-A560-138F1566AAE0}" type="slidenum">
              <a:rPr lang="es-ES" smtClean="0"/>
              <a:t>15</a:t>
            </a:fld>
            <a:endParaRPr lang="es-ES"/>
          </a:p>
        </p:txBody>
      </p:sp>
    </p:spTree>
    <p:extLst>
      <p:ext uri="{BB962C8B-B14F-4D97-AF65-F5344CB8AC3E}">
        <p14:creationId xmlns:p14="http://schemas.microsoft.com/office/powerpoint/2010/main" val="3474890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8B99E-D4B9-C5C9-B1B6-3B96FB25F2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17ACB7-96CD-996C-2FE7-4D0A8FA833F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2D8453E-67AB-0DCC-0AFD-C320EEF903F8}"/>
              </a:ext>
            </a:extLst>
          </p:cNvPr>
          <p:cNvSpPr>
            <a:spLocks noGrp="1"/>
          </p:cNvSpPr>
          <p:nvPr>
            <p:ph type="body" idx="1"/>
          </p:nvPr>
        </p:nvSpPr>
        <p:spPr/>
        <p:txBody>
          <a:bodyPr/>
          <a:lstStyle/>
          <a:p>
            <a:endParaRPr lang="en-GB" sz="1800" dirty="0">
              <a:effectLst/>
              <a:latin typeface="Calibri" panose="020F0502020204030204" pitchFamily="34" charset="0"/>
              <a:ea typeface="Calibri" panose="020F0502020204030204" pitchFamily="34" charset="0"/>
            </a:endParaRPr>
          </a:p>
        </p:txBody>
      </p:sp>
      <p:sp>
        <p:nvSpPr>
          <p:cNvPr id="4" name="Marcador de número de diapositiva 3">
            <a:extLst>
              <a:ext uri="{FF2B5EF4-FFF2-40B4-BE49-F238E27FC236}">
                <a16:creationId xmlns:a16="http://schemas.microsoft.com/office/drawing/2014/main" id="{B82006F1-282A-A30F-D1BB-588990E0AC88}"/>
              </a:ext>
            </a:extLst>
          </p:cNvPr>
          <p:cNvSpPr>
            <a:spLocks noGrp="1"/>
          </p:cNvSpPr>
          <p:nvPr>
            <p:ph type="sldNum" sz="quarter" idx="5"/>
          </p:nvPr>
        </p:nvSpPr>
        <p:spPr/>
        <p:txBody>
          <a:bodyPr/>
          <a:lstStyle/>
          <a:p>
            <a:fld id="{19AA2AD5-C8C6-442F-A560-138F1566AAE0}" type="slidenum">
              <a:rPr lang="es-ES" smtClean="0"/>
              <a:t>16</a:t>
            </a:fld>
            <a:endParaRPr lang="es-ES"/>
          </a:p>
        </p:txBody>
      </p:sp>
    </p:spTree>
    <p:extLst>
      <p:ext uri="{BB962C8B-B14F-4D97-AF65-F5344CB8AC3E}">
        <p14:creationId xmlns:p14="http://schemas.microsoft.com/office/powerpoint/2010/main" val="4276251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EF6AE-C5BB-C8B7-F6D9-05F658636DF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06D46B5-A198-5876-14F0-EF866FF9197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CB9A0C-1DEF-1131-57BB-B3E2F2F09E83}"/>
              </a:ext>
            </a:extLst>
          </p:cNvPr>
          <p:cNvSpPr>
            <a:spLocks noGrp="1"/>
          </p:cNvSpPr>
          <p:nvPr>
            <p:ph type="body" idx="1"/>
          </p:nvPr>
        </p:nvSpPr>
        <p:spPr/>
        <p:txBody>
          <a:bodyPr/>
          <a:lstStyle/>
          <a:p>
            <a:endParaRPr lang="en-GB" sz="1800" dirty="0">
              <a:effectLst/>
              <a:latin typeface="Calibri" panose="020F0502020204030204" pitchFamily="34" charset="0"/>
              <a:ea typeface="Calibri" panose="020F0502020204030204" pitchFamily="34" charset="0"/>
            </a:endParaRPr>
          </a:p>
        </p:txBody>
      </p:sp>
      <p:sp>
        <p:nvSpPr>
          <p:cNvPr id="4" name="Marcador de número de diapositiva 3">
            <a:extLst>
              <a:ext uri="{FF2B5EF4-FFF2-40B4-BE49-F238E27FC236}">
                <a16:creationId xmlns:a16="http://schemas.microsoft.com/office/drawing/2014/main" id="{99C58587-D685-2CF6-234A-CB751C1E2B7C}"/>
              </a:ext>
            </a:extLst>
          </p:cNvPr>
          <p:cNvSpPr>
            <a:spLocks noGrp="1"/>
          </p:cNvSpPr>
          <p:nvPr>
            <p:ph type="sldNum" sz="quarter" idx="5"/>
          </p:nvPr>
        </p:nvSpPr>
        <p:spPr/>
        <p:txBody>
          <a:bodyPr/>
          <a:lstStyle/>
          <a:p>
            <a:fld id="{19AA2AD5-C8C6-442F-A560-138F1566AAE0}" type="slidenum">
              <a:rPr lang="es-ES" smtClean="0"/>
              <a:t>17</a:t>
            </a:fld>
            <a:endParaRPr lang="es-ES"/>
          </a:p>
        </p:txBody>
      </p:sp>
    </p:spTree>
    <p:extLst>
      <p:ext uri="{BB962C8B-B14F-4D97-AF65-F5344CB8AC3E}">
        <p14:creationId xmlns:p14="http://schemas.microsoft.com/office/powerpoint/2010/main" val="891313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77D08-25CD-D4B6-3A6D-EAF6F6737F9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C9D991B-BA56-F33C-5DAE-70DB596BD71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4D8410F-E5F7-7510-31EE-507336BC2136}"/>
              </a:ext>
            </a:extLst>
          </p:cNvPr>
          <p:cNvSpPr>
            <a:spLocks noGrp="1"/>
          </p:cNvSpPr>
          <p:nvPr>
            <p:ph type="body" idx="1"/>
          </p:nvPr>
        </p:nvSpPr>
        <p:spPr/>
        <p:txBody>
          <a:bodyPr/>
          <a:lstStyle/>
          <a:p>
            <a:endParaRPr lang="en-GB" sz="1800" dirty="0">
              <a:effectLst/>
              <a:latin typeface="Calibri" panose="020F0502020204030204" pitchFamily="34" charset="0"/>
              <a:ea typeface="Calibri" panose="020F0502020204030204" pitchFamily="34" charset="0"/>
            </a:endParaRPr>
          </a:p>
        </p:txBody>
      </p:sp>
      <p:sp>
        <p:nvSpPr>
          <p:cNvPr id="4" name="Marcador de número de diapositiva 3">
            <a:extLst>
              <a:ext uri="{FF2B5EF4-FFF2-40B4-BE49-F238E27FC236}">
                <a16:creationId xmlns:a16="http://schemas.microsoft.com/office/drawing/2014/main" id="{D27F6D80-DABB-A990-2BA6-3CC381751D0A}"/>
              </a:ext>
            </a:extLst>
          </p:cNvPr>
          <p:cNvSpPr>
            <a:spLocks noGrp="1"/>
          </p:cNvSpPr>
          <p:nvPr>
            <p:ph type="sldNum" sz="quarter" idx="5"/>
          </p:nvPr>
        </p:nvSpPr>
        <p:spPr/>
        <p:txBody>
          <a:bodyPr/>
          <a:lstStyle/>
          <a:p>
            <a:fld id="{19AA2AD5-C8C6-442F-A560-138F1566AAE0}" type="slidenum">
              <a:rPr lang="es-ES" smtClean="0"/>
              <a:t>18</a:t>
            </a:fld>
            <a:endParaRPr lang="es-ES"/>
          </a:p>
        </p:txBody>
      </p:sp>
    </p:spTree>
    <p:extLst>
      <p:ext uri="{BB962C8B-B14F-4D97-AF65-F5344CB8AC3E}">
        <p14:creationId xmlns:p14="http://schemas.microsoft.com/office/powerpoint/2010/main" val="1180839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69B1F-EA91-6326-E102-A1C8E04CAB7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F53A2C4-D5E9-7F0A-F258-9B7169EB01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2D2B6BA5-C333-5076-77DC-1AF1C621514F}"/>
              </a:ext>
            </a:extLst>
          </p:cNvPr>
          <p:cNvSpPr>
            <a:spLocks noGrp="1"/>
          </p:cNvSpPr>
          <p:nvPr>
            <p:ph type="dt" sz="half" idx="10"/>
          </p:nvPr>
        </p:nvSpPr>
        <p:spPr/>
        <p:txBody>
          <a:bodyPr/>
          <a:lstStyle/>
          <a:p>
            <a:fld id="{C7792E41-0B0D-4E6A-AC15-D9AC004B5509}" type="datetimeFigureOut">
              <a:rPr lang="en-GB" smtClean="0"/>
              <a:t>07/05/2026</a:t>
            </a:fld>
            <a:endParaRPr lang="en-GB"/>
          </a:p>
        </p:txBody>
      </p:sp>
      <p:sp>
        <p:nvSpPr>
          <p:cNvPr id="5" name="Footer Placeholder 4">
            <a:extLst>
              <a:ext uri="{FF2B5EF4-FFF2-40B4-BE49-F238E27FC236}">
                <a16:creationId xmlns:a16="http://schemas.microsoft.com/office/drawing/2014/main" id="{62BB531E-5B8A-6DE9-33EC-1EAC0D999A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986308C-6210-360D-AECA-44351ECBD143}"/>
              </a:ext>
            </a:extLst>
          </p:cNvPr>
          <p:cNvSpPr>
            <a:spLocks noGrp="1"/>
          </p:cNvSpPr>
          <p:nvPr>
            <p:ph type="sldNum" sz="quarter" idx="12"/>
          </p:nvPr>
        </p:nvSpPr>
        <p:spPr/>
        <p:txBody>
          <a:bodyPr/>
          <a:lstStyle/>
          <a:p>
            <a:fld id="{200420B6-E4B0-4B65-A74A-A0FD4CDB094F}" type="slidenum">
              <a:rPr lang="en-GB" smtClean="0"/>
              <a:t>‹Nº›</a:t>
            </a:fld>
            <a:endParaRPr lang="en-GB"/>
          </a:p>
        </p:txBody>
      </p:sp>
    </p:spTree>
    <p:extLst>
      <p:ext uri="{BB962C8B-B14F-4D97-AF65-F5344CB8AC3E}">
        <p14:creationId xmlns:p14="http://schemas.microsoft.com/office/powerpoint/2010/main" val="3395298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30642-34F2-FC00-3078-14427B902FF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54812AE-60F4-E534-6CD5-B883A97E80E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727E104-0F68-9A24-63B9-93262F8D27B3}"/>
              </a:ext>
            </a:extLst>
          </p:cNvPr>
          <p:cNvSpPr>
            <a:spLocks noGrp="1"/>
          </p:cNvSpPr>
          <p:nvPr>
            <p:ph type="dt" sz="half" idx="10"/>
          </p:nvPr>
        </p:nvSpPr>
        <p:spPr/>
        <p:txBody>
          <a:bodyPr/>
          <a:lstStyle/>
          <a:p>
            <a:fld id="{C7792E41-0B0D-4E6A-AC15-D9AC004B5509}" type="datetimeFigureOut">
              <a:rPr lang="en-GB" smtClean="0"/>
              <a:t>07/05/2026</a:t>
            </a:fld>
            <a:endParaRPr lang="en-GB"/>
          </a:p>
        </p:txBody>
      </p:sp>
      <p:sp>
        <p:nvSpPr>
          <p:cNvPr id="5" name="Footer Placeholder 4">
            <a:extLst>
              <a:ext uri="{FF2B5EF4-FFF2-40B4-BE49-F238E27FC236}">
                <a16:creationId xmlns:a16="http://schemas.microsoft.com/office/drawing/2014/main" id="{9072A4A5-F4FD-0F00-C4C1-FCFF2E75ADD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18A6E54-21A3-E89F-25AC-F549B363A528}"/>
              </a:ext>
            </a:extLst>
          </p:cNvPr>
          <p:cNvSpPr>
            <a:spLocks noGrp="1"/>
          </p:cNvSpPr>
          <p:nvPr>
            <p:ph type="sldNum" sz="quarter" idx="12"/>
          </p:nvPr>
        </p:nvSpPr>
        <p:spPr/>
        <p:txBody>
          <a:bodyPr/>
          <a:lstStyle/>
          <a:p>
            <a:fld id="{200420B6-E4B0-4B65-A74A-A0FD4CDB094F}" type="slidenum">
              <a:rPr lang="en-GB" smtClean="0"/>
              <a:t>‹Nº›</a:t>
            </a:fld>
            <a:endParaRPr lang="en-GB"/>
          </a:p>
        </p:txBody>
      </p:sp>
    </p:spTree>
    <p:extLst>
      <p:ext uri="{BB962C8B-B14F-4D97-AF65-F5344CB8AC3E}">
        <p14:creationId xmlns:p14="http://schemas.microsoft.com/office/powerpoint/2010/main" val="1991778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B1405-D821-8437-2D19-6271244F90D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7BB7BE43-B4B7-496B-5B47-550F80C3C7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FCD1881-1B26-6055-510C-CB94D75F6E79}"/>
              </a:ext>
            </a:extLst>
          </p:cNvPr>
          <p:cNvSpPr>
            <a:spLocks noGrp="1"/>
          </p:cNvSpPr>
          <p:nvPr>
            <p:ph type="dt" sz="half" idx="10"/>
          </p:nvPr>
        </p:nvSpPr>
        <p:spPr/>
        <p:txBody>
          <a:bodyPr/>
          <a:lstStyle/>
          <a:p>
            <a:fld id="{C7792E41-0B0D-4E6A-AC15-D9AC004B5509}" type="datetimeFigureOut">
              <a:rPr lang="en-GB" smtClean="0"/>
              <a:t>07/05/2026</a:t>
            </a:fld>
            <a:endParaRPr lang="en-GB"/>
          </a:p>
        </p:txBody>
      </p:sp>
      <p:sp>
        <p:nvSpPr>
          <p:cNvPr id="5" name="Footer Placeholder 4">
            <a:extLst>
              <a:ext uri="{FF2B5EF4-FFF2-40B4-BE49-F238E27FC236}">
                <a16:creationId xmlns:a16="http://schemas.microsoft.com/office/drawing/2014/main" id="{9FB3FE01-D1D1-14C0-3C6E-569B77425B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959599-C279-3963-0237-AD9D346CE20E}"/>
              </a:ext>
            </a:extLst>
          </p:cNvPr>
          <p:cNvSpPr>
            <a:spLocks noGrp="1"/>
          </p:cNvSpPr>
          <p:nvPr>
            <p:ph type="sldNum" sz="quarter" idx="12"/>
          </p:nvPr>
        </p:nvSpPr>
        <p:spPr/>
        <p:txBody>
          <a:bodyPr/>
          <a:lstStyle/>
          <a:p>
            <a:fld id="{200420B6-E4B0-4B65-A74A-A0FD4CDB094F}" type="slidenum">
              <a:rPr lang="en-GB" smtClean="0"/>
              <a:t>‹Nº›</a:t>
            </a:fld>
            <a:endParaRPr lang="en-GB"/>
          </a:p>
        </p:txBody>
      </p:sp>
    </p:spTree>
    <p:extLst>
      <p:ext uri="{BB962C8B-B14F-4D97-AF65-F5344CB8AC3E}">
        <p14:creationId xmlns:p14="http://schemas.microsoft.com/office/powerpoint/2010/main" val="1963003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7BD8-4713-EE65-F02A-B9069900DFA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E6451E4-39AF-AC10-B0D6-A2BD64818EC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640A2F08-7DAD-A9A1-EAE7-48827D9BD46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80942523-DE08-09BF-D047-AF9E76FE74F8}"/>
              </a:ext>
            </a:extLst>
          </p:cNvPr>
          <p:cNvSpPr>
            <a:spLocks noGrp="1"/>
          </p:cNvSpPr>
          <p:nvPr>
            <p:ph type="dt" sz="half" idx="10"/>
          </p:nvPr>
        </p:nvSpPr>
        <p:spPr/>
        <p:txBody>
          <a:bodyPr/>
          <a:lstStyle/>
          <a:p>
            <a:fld id="{C7792E41-0B0D-4E6A-AC15-D9AC004B5509}" type="datetimeFigureOut">
              <a:rPr lang="en-GB" smtClean="0"/>
              <a:t>07/05/2026</a:t>
            </a:fld>
            <a:endParaRPr lang="en-GB"/>
          </a:p>
        </p:txBody>
      </p:sp>
      <p:sp>
        <p:nvSpPr>
          <p:cNvPr id="6" name="Footer Placeholder 5">
            <a:extLst>
              <a:ext uri="{FF2B5EF4-FFF2-40B4-BE49-F238E27FC236}">
                <a16:creationId xmlns:a16="http://schemas.microsoft.com/office/drawing/2014/main" id="{EB46EC4D-E367-FE25-F884-49306D667D2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E2CFF69-41DD-067C-061D-BCC724E4406E}"/>
              </a:ext>
            </a:extLst>
          </p:cNvPr>
          <p:cNvSpPr>
            <a:spLocks noGrp="1"/>
          </p:cNvSpPr>
          <p:nvPr>
            <p:ph type="sldNum" sz="quarter" idx="12"/>
          </p:nvPr>
        </p:nvSpPr>
        <p:spPr/>
        <p:txBody>
          <a:bodyPr/>
          <a:lstStyle/>
          <a:p>
            <a:fld id="{200420B6-E4B0-4B65-A74A-A0FD4CDB094F}" type="slidenum">
              <a:rPr lang="en-GB" smtClean="0"/>
              <a:t>‹Nº›</a:t>
            </a:fld>
            <a:endParaRPr lang="en-GB"/>
          </a:p>
        </p:txBody>
      </p:sp>
    </p:spTree>
    <p:extLst>
      <p:ext uri="{BB962C8B-B14F-4D97-AF65-F5344CB8AC3E}">
        <p14:creationId xmlns:p14="http://schemas.microsoft.com/office/powerpoint/2010/main" val="206204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1E6E-BEC6-4B05-2FC7-8C2618D49C2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8BBD31A5-5814-3071-69AD-F4AD428DC1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132ADC4-BE6E-20F1-C2FE-0C0E96BF086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64C6B13F-6C10-1A94-5080-93D11B13DC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921B94B-8D99-7098-BFFC-FF7CAE7A1C8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7E503A55-35C4-F579-4340-6C4F3576BF5C}"/>
              </a:ext>
            </a:extLst>
          </p:cNvPr>
          <p:cNvSpPr>
            <a:spLocks noGrp="1"/>
          </p:cNvSpPr>
          <p:nvPr>
            <p:ph type="dt" sz="half" idx="10"/>
          </p:nvPr>
        </p:nvSpPr>
        <p:spPr/>
        <p:txBody>
          <a:bodyPr/>
          <a:lstStyle/>
          <a:p>
            <a:fld id="{C7792E41-0B0D-4E6A-AC15-D9AC004B5509}" type="datetimeFigureOut">
              <a:rPr lang="en-GB" smtClean="0"/>
              <a:t>07/05/2026</a:t>
            </a:fld>
            <a:endParaRPr lang="en-GB"/>
          </a:p>
        </p:txBody>
      </p:sp>
      <p:sp>
        <p:nvSpPr>
          <p:cNvPr id="8" name="Footer Placeholder 7">
            <a:extLst>
              <a:ext uri="{FF2B5EF4-FFF2-40B4-BE49-F238E27FC236}">
                <a16:creationId xmlns:a16="http://schemas.microsoft.com/office/drawing/2014/main" id="{0AB85BE2-2231-759B-F49E-58C6334E3A8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6B043F9-C83C-E394-6D19-8C32A3A4106C}"/>
              </a:ext>
            </a:extLst>
          </p:cNvPr>
          <p:cNvSpPr>
            <a:spLocks noGrp="1"/>
          </p:cNvSpPr>
          <p:nvPr>
            <p:ph type="sldNum" sz="quarter" idx="12"/>
          </p:nvPr>
        </p:nvSpPr>
        <p:spPr/>
        <p:txBody>
          <a:bodyPr/>
          <a:lstStyle/>
          <a:p>
            <a:fld id="{200420B6-E4B0-4B65-A74A-A0FD4CDB094F}" type="slidenum">
              <a:rPr lang="en-GB" smtClean="0"/>
              <a:t>‹Nº›</a:t>
            </a:fld>
            <a:endParaRPr lang="en-GB"/>
          </a:p>
        </p:txBody>
      </p:sp>
    </p:spTree>
    <p:extLst>
      <p:ext uri="{BB962C8B-B14F-4D97-AF65-F5344CB8AC3E}">
        <p14:creationId xmlns:p14="http://schemas.microsoft.com/office/powerpoint/2010/main" val="303539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8E46B-68AB-0088-E1AF-EC6A6FBFC2CB}"/>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F0A1CE71-BB6A-5A5A-8FBE-9DC7452F6B54}"/>
              </a:ext>
            </a:extLst>
          </p:cNvPr>
          <p:cNvSpPr>
            <a:spLocks noGrp="1"/>
          </p:cNvSpPr>
          <p:nvPr>
            <p:ph type="dt" sz="half" idx="10"/>
          </p:nvPr>
        </p:nvSpPr>
        <p:spPr/>
        <p:txBody>
          <a:bodyPr/>
          <a:lstStyle/>
          <a:p>
            <a:fld id="{C7792E41-0B0D-4E6A-AC15-D9AC004B5509}" type="datetimeFigureOut">
              <a:rPr lang="en-GB" smtClean="0"/>
              <a:t>07/05/2026</a:t>
            </a:fld>
            <a:endParaRPr lang="en-GB"/>
          </a:p>
        </p:txBody>
      </p:sp>
      <p:sp>
        <p:nvSpPr>
          <p:cNvPr id="4" name="Footer Placeholder 3">
            <a:extLst>
              <a:ext uri="{FF2B5EF4-FFF2-40B4-BE49-F238E27FC236}">
                <a16:creationId xmlns:a16="http://schemas.microsoft.com/office/drawing/2014/main" id="{87436B17-14D0-AD7B-EB21-3C600701C22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39228CE-D069-7C67-C303-CDB62DA4B960}"/>
              </a:ext>
            </a:extLst>
          </p:cNvPr>
          <p:cNvSpPr>
            <a:spLocks noGrp="1"/>
          </p:cNvSpPr>
          <p:nvPr>
            <p:ph type="sldNum" sz="quarter" idx="12"/>
          </p:nvPr>
        </p:nvSpPr>
        <p:spPr/>
        <p:txBody>
          <a:bodyPr/>
          <a:lstStyle/>
          <a:p>
            <a:fld id="{200420B6-E4B0-4B65-A74A-A0FD4CDB094F}" type="slidenum">
              <a:rPr lang="en-GB" smtClean="0"/>
              <a:t>‹Nº›</a:t>
            </a:fld>
            <a:endParaRPr lang="en-GB"/>
          </a:p>
        </p:txBody>
      </p:sp>
    </p:spTree>
    <p:extLst>
      <p:ext uri="{BB962C8B-B14F-4D97-AF65-F5344CB8AC3E}">
        <p14:creationId xmlns:p14="http://schemas.microsoft.com/office/powerpoint/2010/main" val="1730368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2A0DFD-E818-FD23-CCD3-A602945902D9}"/>
              </a:ext>
            </a:extLst>
          </p:cNvPr>
          <p:cNvSpPr>
            <a:spLocks noGrp="1"/>
          </p:cNvSpPr>
          <p:nvPr>
            <p:ph type="dt" sz="half" idx="10"/>
          </p:nvPr>
        </p:nvSpPr>
        <p:spPr/>
        <p:txBody>
          <a:bodyPr/>
          <a:lstStyle/>
          <a:p>
            <a:fld id="{C7792E41-0B0D-4E6A-AC15-D9AC004B5509}" type="datetimeFigureOut">
              <a:rPr lang="en-GB" smtClean="0"/>
              <a:t>07/05/2026</a:t>
            </a:fld>
            <a:endParaRPr lang="en-GB"/>
          </a:p>
        </p:txBody>
      </p:sp>
      <p:sp>
        <p:nvSpPr>
          <p:cNvPr id="3" name="Footer Placeholder 2">
            <a:extLst>
              <a:ext uri="{FF2B5EF4-FFF2-40B4-BE49-F238E27FC236}">
                <a16:creationId xmlns:a16="http://schemas.microsoft.com/office/drawing/2014/main" id="{2062BBF2-C3C8-045D-8D4A-1575089FAB0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98B4998-792D-B89A-17CB-72475BD35FCA}"/>
              </a:ext>
            </a:extLst>
          </p:cNvPr>
          <p:cNvSpPr>
            <a:spLocks noGrp="1"/>
          </p:cNvSpPr>
          <p:nvPr>
            <p:ph type="sldNum" sz="quarter" idx="12"/>
          </p:nvPr>
        </p:nvSpPr>
        <p:spPr/>
        <p:txBody>
          <a:bodyPr/>
          <a:lstStyle/>
          <a:p>
            <a:fld id="{200420B6-E4B0-4B65-A74A-A0FD4CDB094F}" type="slidenum">
              <a:rPr lang="en-GB" smtClean="0"/>
              <a:t>‹Nº›</a:t>
            </a:fld>
            <a:endParaRPr lang="en-GB"/>
          </a:p>
        </p:txBody>
      </p:sp>
    </p:spTree>
    <p:extLst>
      <p:ext uri="{BB962C8B-B14F-4D97-AF65-F5344CB8AC3E}">
        <p14:creationId xmlns:p14="http://schemas.microsoft.com/office/powerpoint/2010/main" val="2121336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5A342-F769-84E5-CFE5-941712E2531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73EF89F-A23D-4372-2BA9-09011CF713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7DDF5443-6FC2-CE31-83C8-E56AF788B5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742AF54-ED92-9B84-B332-EB76C0201ECB}"/>
              </a:ext>
            </a:extLst>
          </p:cNvPr>
          <p:cNvSpPr>
            <a:spLocks noGrp="1"/>
          </p:cNvSpPr>
          <p:nvPr>
            <p:ph type="dt" sz="half" idx="10"/>
          </p:nvPr>
        </p:nvSpPr>
        <p:spPr/>
        <p:txBody>
          <a:bodyPr/>
          <a:lstStyle/>
          <a:p>
            <a:fld id="{C7792E41-0B0D-4E6A-AC15-D9AC004B5509}" type="datetimeFigureOut">
              <a:rPr lang="en-GB" smtClean="0"/>
              <a:t>07/05/2026</a:t>
            </a:fld>
            <a:endParaRPr lang="en-GB"/>
          </a:p>
        </p:txBody>
      </p:sp>
      <p:sp>
        <p:nvSpPr>
          <p:cNvPr id="6" name="Footer Placeholder 5">
            <a:extLst>
              <a:ext uri="{FF2B5EF4-FFF2-40B4-BE49-F238E27FC236}">
                <a16:creationId xmlns:a16="http://schemas.microsoft.com/office/drawing/2014/main" id="{7726195B-C9B1-2304-290D-1CD4EE04854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A70C331-9033-399A-2F0C-CBE3F6C52657}"/>
              </a:ext>
            </a:extLst>
          </p:cNvPr>
          <p:cNvSpPr>
            <a:spLocks noGrp="1"/>
          </p:cNvSpPr>
          <p:nvPr>
            <p:ph type="sldNum" sz="quarter" idx="12"/>
          </p:nvPr>
        </p:nvSpPr>
        <p:spPr/>
        <p:txBody>
          <a:bodyPr/>
          <a:lstStyle/>
          <a:p>
            <a:fld id="{200420B6-E4B0-4B65-A74A-A0FD4CDB094F}" type="slidenum">
              <a:rPr lang="en-GB" smtClean="0"/>
              <a:t>‹Nº›</a:t>
            </a:fld>
            <a:endParaRPr lang="en-GB"/>
          </a:p>
        </p:txBody>
      </p:sp>
    </p:spTree>
    <p:extLst>
      <p:ext uri="{BB962C8B-B14F-4D97-AF65-F5344CB8AC3E}">
        <p14:creationId xmlns:p14="http://schemas.microsoft.com/office/powerpoint/2010/main" val="2230014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B95C5-8CB5-81D1-66EE-112C9E051B0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EE6A3539-CB2A-3278-1959-0D79420030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0A41A13-5677-1068-C034-C11A8EB097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75CD7AB-4D05-7491-EC79-FE9C125F6478}"/>
              </a:ext>
            </a:extLst>
          </p:cNvPr>
          <p:cNvSpPr>
            <a:spLocks noGrp="1"/>
          </p:cNvSpPr>
          <p:nvPr>
            <p:ph type="dt" sz="half" idx="10"/>
          </p:nvPr>
        </p:nvSpPr>
        <p:spPr/>
        <p:txBody>
          <a:bodyPr/>
          <a:lstStyle/>
          <a:p>
            <a:fld id="{C7792E41-0B0D-4E6A-AC15-D9AC004B5509}" type="datetimeFigureOut">
              <a:rPr lang="en-GB" smtClean="0"/>
              <a:t>07/05/2026</a:t>
            </a:fld>
            <a:endParaRPr lang="en-GB"/>
          </a:p>
        </p:txBody>
      </p:sp>
      <p:sp>
        <p:nvSpPr>
          <p:cNvPr id="6" name="Footer Placeholder 5">
            <a:extLst>
              <a:ext uri="{FF2B5EF4-FFF2-40B4-BE49-F238E27FC236}">
                <a16:creationId xmlns:a16="http://schemas.microsoft.com/office/drawing/2014/main" id="{3B695382-15FF-1DDA-57EB-35200987947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9973A98-BA85-C66D-447F-CFFA489A277E}"/>
              </a:ext>
            </a:extLst>
          </p:cNvPr>
          <p:cNvSpPr>
            <a:spLocks noGrp="1"/>
          </p:cNvSpPr>
          <p:nvPr>
            <p:ph type="sldNum" sz="quarter" idx="12"/>
          </p:nvPr>
        </p:nvSpPr>
        <p:spPr/>
        <p:txBody>
          <a:bodyPr/>
          <a:lstStyle/>
          <a:p>
            <a:fld id="{200420B6-E4B0-4B65-A74A-A0FD4CDB094F}" type="slidenum">
              <a:rPr lang="en-GB" smtClean="0"/>
              <a:t>‹Nº›</a:t>
            </a:fld>
            <a:endParaRPr lang="en-GB"/>
          </a:p>
        </p:txBody>
      </p:sp>
    </p:spTree>
    <p:extLst>
      <p:ext uri="{BB962C8B-B14F-4D97-AF65-F5344CB8AC3E}">
        <p14:creationId xmlns:p14="http://schemas.microsoft.com/office/powerpoint/2010/main" val="415765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A617A-F1D3-3EF1-BCD8-66577CECDF04}"/>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0321F981-4B27-453C-0D41-9DAB26A4398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B61274F-DF37-6A47-03CA-2F848266B353}"/>
              </a:ext>
            </a:extLst>
          </p:cNvPr>
          <p:cNvSpPr>
            <a:spLocks noGrp="1"/>
          </p:cNvSpPr>
          <p:nvPr>
            <p:ph type="dt" sz="half" idx="10"/>
          </p:nvPr>
        </p:nvSpPr>
        <p:spPr/>
        <p:txBody>
          <a:bodyPr/>
          <a:lstStyle/>
          <a:p>
            <a:fld id="{C7792E41-0B0D-4E6A-AC15-D9AC004B5509}" type="datetimeFigureOut">
              <a:rPr lang="en-GB" smtClean="0"/>
              <a:t>07/05/2026</a:t>
            </a:fld>
            <a:endParaRPr lang="en-GB"/>
          </a:p>
        </p:txBody>
      </p:sp>
      <p:sp>
        <p:nvSpPr>
          <p:cNvPr id="5" name="Footer Placeholder 4">
            <a:extLst>
              <a:ext uri="{FF2B5EF4-FFF2-40B4-BE49-F238E27FC236}">
                <a16:creationId xmlns:a16="http://schemas.microsoft.com/office/drawing/2014/main" id="{3EAED42E-6C8B-6C58-6138-7A904580EF5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AEE79A2-99E9-DAF0-3EEC-8B031AAC91C5}"/>
              </a:ext>
            </a:extLst>
          </p:cNvPr>
          <p:cNvSpPr>
            <a:spLocks noGrp="1"/>
          </p:cNvSpPr>
          <p:nvPr>
            <p:ph type="sldNum" sz="quarter" idx="12"/>
          </p:nvPr>
        </p:nvSpPr>
        <p:spPr/>
        <p:txBody>
          <a:bodyPr/>
          <a:lstStyle/>
          <a:p>
            <a:fld id="{200420B6-E4B0-4B65-A74A-A0FD4CDB094F}" type="slidenum">
              <a:rPr lang="en-GB" smtClean="0"/>
              <a:t>‹Nº›</a:t>
            </a:fld>
            <a:endParaRPr lang="en-GB"/>
          </a:p>
        </p:txBody>
      </p:sp>
    </p:spTree>
    <p:extLst>
      <p:ext uri="{BB962C8B-B14F-4D97-AF65-F5344CB8AC3E}">
        <p14:creationId xmlns:p14="http://schemas.microsoft.com/office/powerpoint/2010/main" val="995855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3509CC-FE35-E339-45F0-74C957EB4050}"/>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FC5163D-BE8D-02D5-18D8-1A897C46E8D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C234AB0-91AA-1C86-9BB1-29A3AD33A0B5}"/>
              </a:ext>
            </a:extLst>
          </p:cNvPr>
          <p:cNvSpPr>
            <a:spLocks noGrp="1"/>
          </p:cNvSpPr>
          <p:nvPr>
            <p:ph type="dt" sz="half" idx="10"/>
          </p:nvPr>
        </p:nvSpPr>
        <p:spPr/>
        <p:txBody>
          <a:bodyPr/>
          <a:lstStyle/>
          <a:p>
            <a:fld id="{C7792E41-0B0D-4E6A-AC15-D9AC004B5509}" type="datetimeFigureOut">
              <a:rPr lang="en-GB" smtClean="0"/>
              <a:t>07/05/2026</a:t>
            </a:fld>
            <a:endParaRPr lang="en-GB"/>
          </a:p>
        </p:txBody>
      </p:sp>
      <p:sp>
        <p:nvSpPr>
          <p:cNvPr id="5" name="Footer Placeholder 4">
            <a:extLst>
              <a:ext uri="{FF2B5EF4-FFF2-40B4-BE49-F238E27FC236}">
                <a16:creationId xmlns:a16="http://schemas.microsoft.com/office/drawing/2014/main" id="{5AE0F1C8-8AD7-A676-22A6-A0ED18A1B4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42CDA3-D243-C541-31BE-A4812D2450F9}"/>
              </a:ext>
            </a:extLst>
          </p:cNvPr>
          <p:cNvSpPr>
            <a:spLocks noGrp="1"/>
          </p:cNvSpPr>
          <p:nvPr>
            <p:ph type="sldNum" sz="quarter" idx="12"/>
          </p:nvPr>
        </p:nvSpPr>
        <p:spPr/>
        <p:txBody>
          <a:bodyPr/>
          <a:lstStyle/>
          <a:p>
            <a:fld id="{200420B6-E4B0-4B65-A74A-A0FD4CDB094F}" type="slidenum">
              <a:rPr lang="en-GB" smtClean="0"/>
              <a:t>‹Nº›</a:t>
            </a:fld>
            <a:endParaRPr lang="en-GB"/>
          </a:p>
        </p:txBody>
      </p:sp>
    </p:spTree>
    <p:extLst>
      <p:ext uri="{BB962C8B-B14F-4D97-AF65-F5344CB8AC3E}">
        <p14:creationId xmlns:p14="http://schemas.microsoft.com/office/powerpoint/2010/main" val="40507490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Nuev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47322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B7598D-868B-1947-D156-BBCD1852D4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64380BA-7D6D-3D39-40A8-CB60AF1351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1A42B44-5B34-A1E6-771E-E4D2B1E12E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792E41-0B0D-4E6A-AC15-D9AC004B5509}" type="datetimeFigureOut">
              <a:rPr lang="en-GB" smtClean="0"/>
              <a:t>07/05/2026</a:t>
            </a:fld>
            <a:endParaRPr lang="en-GB"/>
          </a:p>
        </p:txBody>
      </p:sp>
      <p:sp>
        <p:nvSpPr>
          <p:cNvPr id="5" name="Footer Placeholder 4">
            <a:extLst>
              <a:ext uri="{FF2B5EF4-FFF2-40B4-BE49-F238E27FC236}">
                <a16:creationId xmlns:a16="http://schemas.microsoft.com/office/drawing/2014/main" id="{336DCCCC-C17E-57DA-C9F3-32067CEA82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D279BFA-BA58-4A7F-74E9-768998F30D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0420B6-E4B0-4B65-A74A-A0FD4CDB094F}" type="slidenum">
              <a:rPr lang="en-GB" smtClean="0"/>
              <a:t>‹Nº›</a:t>
            </a:fld>
            <a:endParaRPr lang="en-GB"/>
          </a:p>
        </p:txBody>
      </p:sp>
    </p:spTree>
    <p:extLst>
      <p:ext uri="{BB962C8B-B14F-4D97-AF65-F5344CB8AC3E}">
        <p14:creationId xmlns:p14="http://schemas.microsoft.com/office/powerpoint/2010/main" val="11425039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mailto:spantano@edicomgroup.com" TargetMode="External"/><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mailto:ibouhanou@edicomgroup.com" TargetMode="External"/><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hyperlink" Target="https://www.hasil.gov.my/en/e-invoice/" TargetMode="Externa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hyperlink" Target="https://edicomgroup.com/"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descr="Mujer sentada en una mesa&#10;&#10;Descripción generada automáticamente con confianza media">
            <a:extLst>
              <a:ext uri="{FF2B5EF4-FFF2-40B4-BE49-F238E27FC236}">
                <a16:creationId xmlns:a16="http://schemas.microsoft.com/office/drawing/2014/main" id="{FD517700-E01B-8961-E029-8DEBC85DCAD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212" y="1"/>
            <a:ext cx="12189355" cy="6858001"/>
          </a:xfrm>
          <a:prstGeom prst="rect">
            <a:avLst/>
          </a:prstGeom>
        </p:spPr>
      </p:pic>
      <p:sp>
        <p:nvSpPr>
          <p:cNvPr id="3" name="Rectángulo 2">
            <a:extLst>
              <a:ext uri="{FF2B5EF4-FFF2-40B4-BE49-F238E27FC236}">
                <a16:creationId xmlns:a16="http://schemas.microsoft.com/office/drawing/2014/main" id="{BDEE54FB-4F3C-4A88-9492-9A87BADF4F2D}"/>
              </a:ext>
            </a:extLst>
          </p:cNvPr>
          <p:cNvSpPr/>
          <p:nvPr/>
        </p:nvSpPr>
        <p:spPr>
          <a:xfrm>
            <a:off x="1040196" y="836280"/>
            <a:ext cx="10111609" cy="5185440"/>
          </a:xfrm>
          <a:prstGeom prst="rect">
            <a:avLst/>
          </a:prstGeom>
          <a:solidFill>
            <a:srgbClr val="414C59">
              <a:alpha val="70000"/>
            </a:srgbClr>
          </a:solidFill>
          <a:ln w="0">
            <a:noFill/>
          </a:ln>
        </p:spPr>
        <p:style>
          <a:lnRef idx="0">
            <a:scrgbClr r="0" g="0" b="0"/>
          </a:lnRef>
          <a:fillRef idx="0">
            <a:scrgbClr r="0" g="0" b="0"/>
          </a:fillRef>
          <a:effectRef idx="0">
            <a:scrgbClr r="0" g="0" b="0"/>
          </a:effectRef>
          <a:fontRef idx="minor"/>
        </p:style>
        <p:txBody>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endParaRPr lang="en-GB" sz="2594"/>
          </a:p>
        </p:txBody>
      </p:sp>
      <p:pic>
        <p:nvPicPr>
          <p:cNvPr id="4" name="Imagen 3">
            <a:extLst>
              <a:ext uri="{FF2B5EF4-FFF2-40B4-BE49-F238E27FC236}">
                <a16:creationId xmlns:a16="http://schemas.microsoft.com/office/drawing/2014/main" id="{85D80213-70D1-4C30-A005-F3AB1D3A7A4E}"/>
              </a:ext>
            </a:extLst>
          </p:cNvPr>
          <p:cNvPicPr>
            <a:picLocks noChangeAspect="1"/>
          </p:cNvPicPr>
          <p:nvPr/>
        </p:nvPicPr>
        <p:blipFill>
          <a:blip r:embed="rId4"/>
          <a:stretch>
            <a:fillRect/>
          </a:stretch>
        </p:blipFill>
        <p:spPr>
          <a:xfrm>
            <a:off x="4669846" y="2499740"/>
            <a:ext cx="2852309" cy="817483"/>
          </a:xfrm>
          <a:prstGeom prst="rect">
            <a:avLst/>
          </a:prstGeom>
        </p:spPr>
      </p:pic>
      <p:sp>
        <p:nvSpPr>
          <p:cNvPr id="5" name="Rectángulo 4">
            <a:extLst>
              <a:ext uri="{FF2B5EF4-FFF2-40B4-BE49-F238E27FC236}">
                <a16:creationId xmlns:a16="http://schemas.microsoft.com/office/drawing/2014/main" id="{D0B18C7E-4E20-499E-A398-D58D593010F6}"/>
              </a:ext>
            </a:extLst>
          </p:cNvPr>
          <p:cNvSpPr/>
          <p:nvPr/>
        </p:nvSpPr>
        <p:spPr>
          <a:xfrm>
            <a:off x="1040196" y="4466203"/>
            <a:ext cx="10111609" cy="1555517"/>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endParaRPr lang="es-ES" sz="2594" dirty="0"/>
          </a:p>
        </p:txBody>
      </p:sp>
      <p:sp>
        <p:nvSpPr>
          <p:cNvPr id="6" name="Título 11">
            <a:extLst>
              <a:ext uri="{FF2B5EF4-FFF2-40B4-BE49-F238E27FC236}">
                <a16:creationId xmlns:a16="http://schemas.microsoft.com/office/drawing/2014/main" id="{DA066BCB-1868-4E29-A5A3-1D4EED05B71E}"/>
              </a:ext>
            </a:extLst>
          </p:cNvPr>
          <p:cNvSpPr txBox="1">
            <a:spLocks/>
          </p:cNvSpPr>
          <p:nvPr/>
        </p:nvSpPr>
        <p:spPr>
          <a:xfrm>
            <a:off x="1601453" y="4701644"/>
            <a:ext cx="9075528" cy="542462"/>
          </a:xfrm>
          <a:prstGeom prst="rect">
            <a:avLst/>
          </a:prstGeom>
        </p:spPr>
        <p:txBody>
          <a:bodyPr lIns="91440" tIns="45720" rIns="91440" bIns="45720" anchor="t"/>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r>
              <a:rPr lang="es-ES" sz="2900" b="1" dirty="0" err="1">
                <a:solidFill>
                  <a:srgbClr val="FFFFFF"/>
                </a:solidFill>
                <a:ea typeface="+mn-lt"/>
                <a:cs typeface="+mn-lt"/>
              </a:rPr>
              <a:t>eInvoicing</a:t>
            </a:r>
            <a:r>
              <a:rPr lang="es-ES" sz="2900" b="1">
                <a:solidFill>
                  <a:srgbClr val="FFFFFF"/>
                </a:solidFill>
                <a:ea typeface="+mn-lt"/>
                <a:cs typeface="+mn-lt"/>
              </a:rPr>
              <a:t> Global</a:t>
            </a:r>
            <a:endParaRPr lang="es-ES" dirty="0"/>
          </a:p>
        </p:txBody>
      </p:sp>
      <p:sp>
        <p:nvSpPr>
          <p:cNvPr id="7" name="Marcador de texto 13">
            <a:extLst>
              <a:ext uri="{FF2B5EF4-FFF2-40B4-BE49-F238E27FC236}">
                <a16:creationId xmlns:a16="http://schemas.microsoft.com/office/drawing/2014/main" id="{23117F93-6F9A-4AB3-94BD-46BAA788A98E}"/>
              </a:ext>
            </a:extLst>
          </p:cNvPr>
          <p:cNvSpPr txBox="1">
            <a:spLocks/>
          </p:cNvSpPr>
          <p:nvPr/>
        </p:nvSpPr>
        <p:spPr>
          <a:xfrm>
            <a:off x="2280634" y="5247249"/>
            <a:ext cx="7780276" cy="369374"/>
          </a:xfrm>
          <a:prstGeom prst="rect">
            <a:avLst/>
          </a:prstGeom>
        </p:spPr>
        <p:txBody>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r>
              <a:rPr lang="en-US" sz="2594" dirty="0"/>
              <a:t>EDICOM E-Invoicing Solution</a:t>
            </a:r>
          </a:p>
        </p:txBody>
      </p:sp>
    </p:spTree>
    <p:extLst>
      <p:ext uri="{BB962C8B-B14F-4D97-AF65-F5344CB8AC3E}">
        <p14:creationId xmlns:p14="http://schemas.microsoft.com/office/powerpoint/2010/main" val="317713304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descr="Personas sentadas en una mesa&#10;&#10;Descripción generada automáticamente con confianza media">
            <a:extLst>
              <a:ext uri="{FF2B5EF4-FFF2-40B4-BE49-F238E27FC236}">
                <a16:creationId xmlns:a16="http://schemas.microsoft.com/office/drawing/2014/main" id="{8B6B42E2-0D05-66DB-585D-CB2C3FB60B8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7002" y="1"/>
            <a:ext cx="12206003" cy="6857999"/>
          </a:xfrm>
          <a:prstGeom prst="rect">
            <a:avLst/>
          </a:prstGeom>
        </p:spPr>
      </p:pic>
      <p:sp>
        <p:nvSpPr>
          <p:cNvPr id="3" name="Rectángulo 2">
            <a:extLst>
              <a:ext uri="{FF2B5EF4-FFF2-40B4-BE49-F238E27FC236}">
                <a16:creationId xmlns:a16="http://schemas.microsoft.com/office/drawing/2014/main" id="{4E7EBE43-879D-4C72-974E-5F0AE5354B80}"/>
              </a:ext>
            </a:extLst>
          </p:cNvPr>
          <p:cNvSpPr/>
          <p:nvPr/>
        </p:nvSpPr>
        <p:spPr>
          <a:xfrm>
            <a:off x="209" y="-1"/>
            <a:ext cx="12189966" cy="6858001"/>
          </a:xfrm>
          <a:prstGeom prst="rect">
            <a:avLst/>
          </a:prstGeom>
          <a:solidFill>
            <a:srgbClr val="7CA1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endParaRPr lang="es-ES" sz="2594"/>
          </a:p>
        </p:txBody>
      </p:sp>
      <p:sp>
        <p:nvSpPr>
          <p:cNvPr id="4" name="Rectángulo 3">
            <a:extLst>
              <a:ext uri="{FF2B5EF4-FFF2-40B4-BE49-F238E27FC236}">
                <a16:creationId xmlns:a16="http://schemas.microsoft.com/office/drawing/2014/main" id="{24C5B867-FD59-4768-949B-26A9E1F69FB7}"/>
              </a:ext>
            </a:extLst>
          </p:cNvPr>
          <p:cNvSpPr/>
          <p:nvPr/>
        </p:nvSpPr>
        <p:spPr>
          <a:xfrm>
            <a:off x="1040196" y="4466203"/>
            <a:ext cx="10111609" cy="1555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endParaRPr lang="es-ES" sz="2594"/>
          </a:p>
        </p:txBody>
      </p:sp>
      <p:sp>
        <p:nvSpPr>
          <p:cNvPr id="5" name="Rectángulo 4">
            <a:extLst>
              <a:ext uri="{FF2B5EF4-FFF2-40B4-BE49-F238E27FC236}">
                <a16:creationId xmlns:a16="http://schemas.microsoft.com/office/drawing/2014/main" id="{FA18D08F-1F2D-48D3-BCF2-69325FA6F51B}"/>
              </a:ext>
            </a:extLst>
          </p:cNvPr>
          <p:cNvSpPr/>
          <p:nvPr/>
        </p:nvSpPr>
        <p:spPr>
          <a:xfrm>
            <a:off x="1040194" y="4466203"/>
            <a:ext cx="1684895" cy="1555517"/>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endParaRPr lang="es-ES" sz="2594"/>
          </a:p>
        </p:txBody>
      </p:sp>
      <p:sp>
        <p:nvSpPr>
          <p:cNvPr id="6" name="Título 16">
            <a:extLst>
              <a:ext uri="{FF2B5EF4-FFF2-40B4-BE49-F238E27FC236}">
                <a16:creationId xmlns:a16="http://schemas.microsoft.com/office/drawing/2014/main" id="{64F471A1-9D23-439F-BAED-B3C288135D12}"/>
              </a:ext>
            </a:extLst>
          </p:cNvPr>
          <p:cNvSpPr txBox="1">
            <a:spLocks/>
          </p:cNvSpPr>
          <p:nvPr/>
        </p:nvSpPr>
        <p:spPr>
          <a:xfrm>
            <a:off x="1155503" y="4462224"/>
            <a:ext cx="1454275" cy="1555517"/>
          </a:xfrm>
          <a:prstGeom prst="rect">
            <a:avLst/>
          </a:prstGeom>
        </p:spPr>
        <p:txBody>
          <a:bodyPr lIns="91440" tIns="45720" rIns="91440" bIns="45720" anchor="t"/>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endParaRPr lang="es-ES" sz="2550" dirty="0">
              <a:ea typeface="Calibri"/>
              <a:cs typeface="Calibri"/>
            </a:endParaRPr>
          </a:p>
        </p:txBody>
      </p:sp>
      <p:sp>
        <p:nvSpPr>
          <p:cNvPr id="7" name="Marcador de texto 19">
            <a:extLst>
              <a:ext uri="{FF2B5EF4-FFF2-40B4-BE49-F238E27FC236}">
                <a16:creationId xmlns:a16="http://schemas.microsoft.com/office/drawing/2014/main" id="{38BDC3C1-3235-407B-A242-DDD8DE1FA014}"/>
              </a:ext>
            </a:extLst>
          </p:cNvPr>
          <p:cNvSpPr txBox="1">
            <a:spLocks/>
          </p:cNvSpPr>
          <p:nvPr/>
        </p:nvSpPr>
        <p:spPr>
          <a:xfrm>
            <a:off x="3035033" y="4725505"/>
            <a:ext cx="7779025" cy="605035"/>
          </a:xfrm>
          <a:prstGeom prst="rect">
            <a:avLst/>
          </a:prstGeom>
        </p:spPr>
        <p:txBody>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r>
              <a:rPr lang="es-ES" sz="2594" dirty="0"/>
              <a:t>EDICOM</a:t>
            </a:r>
          </a:p>
        </p:txBody>
      </p:sp>
      <p:sp>
        <p:nvSpPr>
          <p:cNvPr id="8" name="Marcador de texto 21">
            <a:extLst>
              <a:ext uri="{FF2B5EF4-FFF2-40B4-BE49-F238E27FC236}">
                <a16:creationId xmlns:a16="http://schemas.microsoft.com/office/drawing/2014/main" id="{9954FDC7-8753-48BF-98F4-4F8B7B4B2D90}"/>
              </a:ext>
            </a:extLst>
          </p:cNvPr>
          <p:cNvSpPr txBox="1">
            <a:spLocks/>
          </p:cNvSpPr>
          <p:nvPr/>
        </p:nvSpPr>
        <p:spPr>
          <a:xfrm>
            <a:off x="3416558" y="5305906"/>
            <a:ext cx="6974920" cy="346507"/>
          </a:xfrm>
          <a:prstGeom prst="rect">
            <a:avLst/>
          </a:prstGeom>
        </p:spPr>
        <p:txBody>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r>
              <a:rPr lang="en-US" sz="2594" dirty="0"/>
              <a:t>How we work in </a:t>
            </a:r>
            <a:r>
              <a:rPr lang="en-US" sz="2594" dirty="0" err="1"/>
              <a:t>Edicom</a:t>
            </a:r>
            <a:endParaRPr lang="en-US" sz="2594" dirty="0"/>
          </a:p>
        </p:txBody>
      </p:sp>
    </p:spTree>
    <p:extLst>
      <p:ext uri="{BB962C8B-B14F-4D97-AF65-F5344CB8AC3E}">
        <p14:creationId xmlns:p14="http://schemas.microsoft.com/office/powerpoint/2010/main" val="235515777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CustomShape 1"/>
          <p:cNvSpPr/>
          <p:nvPr/>
        </p:nvSpPr>
        <p:spPr>
          <a:xfrm>
            <a:off x="681452" y="2272360"/>
            <a:ext cx="3649410" cy="3624354"/>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no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nSpc>
                <a:spcPts val="1736"/>
              </a:lnSpc>
              <a:spcAft>
                <a:spcPts val="681"/>
              </a:spcAft>
            </a:pPr>
            <a:r>
              <a:rPr lang="en-GB" sz="1440" spc="-1" dirty="0">
                <a:solidFill>
                  <a:srgbClr val="404040"/>
                </a:solidFill>
                <a:latin typeface="Open Sans"/>
                <a:ea typeface="Open Sans"/>
              </a:rPr>
              <a:t>Main Role:</a:t>
            </a:r>
            <a:endParaRPr lang="en-GB" sz="1440" spc="-1" dirty="0">
              <a:latin typeface="Arial"/>
            </a:endParaRPr>
          </a:p>
          <a:p>
            <a:pPr marL="259187" indent="-254867">
              <a:lnSpc>
                <a:spcPts val="1736"/>
              </a:lnSpc>
              <a:spcAft>
                <a:spcPts val="681"/>
              </a:spcAft>
              <a:buClr>
                <a:srgbClr val="000000"/>
              </a:buClr>
              <a:buSzPct val="45000"/>
              <a:buFont typeface="Wingdings" charset="2"/>
              <a:buChar char=""/>
            </a:pPr>
            <a:r>
              <a:rPr lang="en-GB" sz="1440" spc="-1" dirty="0">
                <a:solidFill>
                  <a:srgbClr val="404040"/>
                </a:solidFill>
                <a:latin typeface="Open Sans"/>
                <a:ea typeface="Open Sans"/>
              </a:rPr>
              <a:t>International Project Manager for EDI and VAT compliance projects</a:t>
            </a:r>
            <a:endParaRPr lang="en-GB" sz="1440" spc="-1" dirty="0">
              <a:latin typeface="Arial"/>
            </a:endParaRPr>
          </a:p>
          <a:p>
            <a:pPr>
              <a:lnSpc>
                <a:spcPts val="1736"/>
              </a:lnSpc>
              <a:spcAft>
                <a:spcPts val="681"/>
              </a:spcAft>
            </a:pPr>
            <a:endParaRPr lang="en-GB" sz="1440" spc="-1" dirty="0">
              <a:latin typeface="Arial"/>
            </a:endParaRPr>
          </a:p>
          <a:p>
            <a:pPr>
              <a:lnSpc>
                <a:spcPts val="1736"/>
              </a:lnSpc>
              <a:spcAft>
                <a:spcPts val="681"/>
              </a:spcAft>
            </a:pPr>
            <a:r>
              <a:rPr lang="en-GB" sz="1440" spc="-1" dirty="0">
                <a:solidFill>
                  <a:srgbClr val="404040"/>
                </a:solidFill>
                <a:latin typeface="Open Sans"/>
                <a:ea typeface="Open Sans"/>
              </a:rPr>
              <a:t>Working time:</a:t>
            </a:r>
            <a:endParaRPr lang="en-GB" sz="1440" spc="-1" dirty="0">
              <a:latin typeface="Arial"/>
            </a:endParaRPr>
          </a:p>
          <a:p>
            <a:pPr marL="259187" indent="-254867">
              <a:lnSpc>
                <a:spcPts val="1736"/>
              </a:lnSpc>
              <a:spcAft>
                <a:spcPts val="681"/>
              </a:spcAft>
              <a:buClr>
                <a:srgbClr val="000000"/>
              </a:buClr>
              <a:buSzPct val="45000"/>
              <a:buFont typeface="Wingdings" charset="2"/>
              <a:buChar char=""/>
            </a:pPr>
            <a:r>
              <a:rPr lang="en-GB" sz="1440" spc="-1" dirty="0">
                <a:solidFill>
                  <a:srgbClr val="404040"/>
                </a:solidFill>
                <a:latin typeface="Open Sans"/>
                <a:ea typeface="Open Sans"/>
              </a:rPr>
              <a:t>Monday to Friday</a:t>
            </a:r>
            <a:endParaRPr lang="en-GB" sz="1440" spc="-1" dirty="0">
              <a:latin typeface="Arial"/>
            </a:endParaRPr>
          </a:p>
          <a:p>
            <a:pPr marL="259187" indent="-254867">
              <a:lnSpc>
                <a:spcPts val="1736"/>
              </a:lnSpc>
              <a:spcAft>
                <a:spcPts val="681"/>
              </a:spcAft>
              <a:buClr>
                <a:srgbClr val="000000"/>
              </a:buClr>
              <a:buSzPct val="45000"/>
              <a:buFont typeface="Wingdings" charset="2"/>
              <a:buChar char=""/>
            </a:pPr>
            <a:r>
              <a:rPr lang="en-GB" sz="1440" spc="-1" dirty="0">
                <a:solidFill>
                  <a:srgbClr val="404040"/>
                </a:solidFill>
                <a:latin typeface="Open Sans"/>
                <a:ea typeface="Open Sans"/>
              </a:rPr>
              <a:t>8:00am to 2:00pm CET</a:t>
            </a:r>
            <a:endParaRPr lang="en-GB" sz="1440" spc="-1" dirty="0">
              <a:latin typeface="Arial"/>
            </a:endParaRPr>
          </a:p>
          <a:p>
            <a:pPr marL="259187" indent="-254867">
              <a:lnSpc>
                <a:spcPts val="1736"/>
              </a:lnSpc>
              <a:spcAft>
                <a:spcPts val="681"/>
              </a:spcAft>
              <a:buClr>
                <a:srgbClr val="000000"/>
              </a:buClr>
              <a:buSzPct val="45000"/>
              <a:buFont typeface="Wingdings" charset="2"/>
              <a:buChar char=""/>
            </a:pPr>
            <a:r>
              <a:rPr lang="en-GB" sz="1440" spc="-1" dirty="0">
                <a:solidFill>
                  <a:srgbClr val="404040"/>
                </a:solidFill>
                <a:latin typeface="Open Sans"/>
                <a:ea typeface="Open Sans"/>
              </a:rPr>
              <a:t>2:30pm to 17:00pm CET</a:t>
            </a:r>
            <a:endParaRPr lang="en-GB" sz="1440" spc="-1" dirty="0">
              <a:latin typeface="Arial"/>
            </a:endParaRPr>
          </a:p>
          <a:p>
            <a:pPr>
              <a:lnSpc>
                <a:spcPts val="1736"/>
              </a:lnSpc>
              <a:spcAft>
                <a:spcPts val="681"/>
              </a:spcAft>
            </a:pPr>
            <a:endParaRPr lang="en-GB" sz="1440" spc="-1" dirty="0">
              <a:latin typeface="Arial"/>
            </a:endParaRPr>
          </a:p>
          <a:p>
            <a:pPr>
              <a:lnSpc>
                <a:spcPts val="1736"/>
              </a:lnSpc>
              <a:spcAft>
                <a:spcPts val="681"/>
              </a:spcAft>
            </a:pPr>
            <a:r>
              <a:rPr lang="en-GB" sz="1440" spc="-1" dirty="0">
                <a:solidFill>
                  <a:srgbClr val="404040"/>
                </a:solidFill>
                <a:latin typeface="Open Sans"/>
                <a:ea typeface="Open Sans"/>
              </a:rPr>
              <a:t>Contact information:</a:t>
            </a:r>
            <a:endParaRPr lang="en-GB" sz="1440" spc="-1" dirty="0">
              <a:latin typeface="Arial"/>
            </a:endParaRPr>
          </a:p>
          <a:p>
            <a:pPr marL="259080" indent="-254635">
              <a:lnSpc>
                <a:spcPts val="1736"/>
              </a:lnSpc>
              <a:spcAft>
                <a:spcPts val="681"/>
              </a:spcAft>
              <a:buClr>
                <a:srgbClr val="000000"/>
              </a:buClr>
              <a:buSzPct val="45000"/>
              <a:buFont typeface="Wingdings" charset="2"/>
              <a:buChar char=""/>
            </a:pPr>
            <a:r>
              <a:rPr lang="en-GB" sz="1400" spc="-1" dirty="0">
                <a:solidFill>
                  <a:srgbClr val="404040"/>
                </a:solidFill>
                <a:latin typeface="Open Sans"/>
                <a:ea typeface="Open Sans"/>
              </a:rPr>
              <a:t>Email: </a:t>
            </a:r>
            <a:r>
              <a:rPr lang="en-GB" sz="1400" u="sng" spc="-1" dirty="0">
                <a:solidFill>
                  <a:srgbClr val="0000FF"/>
                </a:solidFill>
                <a:latin typeface="Open Sans"/>
                <a:ea typeface="Open Sans"/>
                <a:hlinkClick r:id="rId2"/>
              </a:rPr>
              <a:t>@edicomgroup.com</a:t>
            </a:r>
            <a:endParaRPr lang="en-GB" sz="1400" spc="-1" dirty="0">
              <a:latin typeface="Arial"/>
              <a:cs typeface="Arial"/>
            </a:endParaRPr>
          </a:p>
          <a:p>
            <a:pPr marL="259080" indent="-254635">
              <a:lnSpc>
                <a:spcPts val="1736"/>
              </a:lnSpc>
              <a:spcAft>
                <a:spcPts val="681"/>
              </a:spcAft>
              <a:buClr>
                <a:srgbClr val="000000"/>
              </a:buClr>
              <a:buSzPct val="45000"/>
              <a:buFont typeface="Wingdings" charset="2"/>
              <a:buChar char=""/>
            </a:pPr>
            <a:r>
              <a:rPr lang="en-GB" sz="1400" spc="-1" dirty="0">
                <a:solidFill>
                  <a:srgbClr val="404040"/>
                </a:solidFill>
                <a:latin typeface="Open Sans"/>
                <a:ea typeface="Open Sans"/>
              </a:rPr>
              <a:t>Tel. : 34 961 367 100 ext.</a:t>
            </a:r>
            <a:endParaRPr lang="en-GB" sz="1400" spc="-1" dirty="0">
              <a:solidFill>
                <a:srgbClr val="404040"/>
              </a:solidFill>
              <a:latin typeface="Open Sans"/>
              <a:ea typeface="Open Sans"/>
              <a:cs typeface="Open Sans"/>
            </a:endParaRPr>
          </a:p>
          <a:p>
            <a:pPr marL="259080" indent="-254635">
              <a:lnSpc>
                <a:spcPts val="1736"/>
              </a:lnSpc>
              <a:spcAft>
                <a:spcPts val="681"/>
              </a:spcAft>
              <a:buClr>
                <a:srgbClr val="000000"/>
              </a:buClr>
              <a:buSzPct val="45000"/>
              <a:buFont typeface="Wingdings" charset="2"/>
              <a:buChar char=""/>
            </a:pPr>
            <a:r>
              <a:rPr lang="en-GB" sz="1400" spc="-1" dirty="0">
                <a:solidFill>
                  <a:srgbClr val="404040"/>
                </a:solidFill>
                <a:latin typeface="Open Sans"/>
                <a:ea typeface="Open Sans"/>
              </a:rPr>
              <a:t>Based in </a:t>
            </a:r>
            <a:endParaRPr lang="en-GB" sz="1400" spc="-1" dirty="0">
              <a:latin typeface="Arial"/>
              <a:cs typeface="Arial"/>
            </a:endParaRPr>
          </a:p>
          <a:p>
            <a:pPr>
              <a:lnSpc>
                <a:spcPts val="1736"/>
              </a:lnSpc>
              <a:spcAft>
                <a:spcPts val="681"/>
              </a:spcAft>
            </a:pPr>
            <a:endParaRPr lang="en-GB" sz="1440" spc="-1" dirty="0">
              <a:latin typeface="Arial"/>
            </a:endParaRPr>
          </a:p>
        </p:txBody>
      </p:sp>
      <p:grpSp>
        <p:nvGrpSpPr>
          <p:cNvPr id="220" name="Group 2"/>
          <p:cNvGrpSpPr/>
          <p:nvPr/>
        </p:nvGrpSpPr>
        <p:grpSpPr>
          <a:xfrm>
            <a:off x="4568454" y="993684"/>
            <a:ext cx="7315666" cy="5438692"/>
            <a:chOff x="3807000" y="828000"/>
            <a:chExt cx="6096600" cy="4532400"/>
          </a:xfrm>
        </p:grpSpPr>
        <p:pic>
          <p:nvPicPr>
            <p:cNvPr id="221" name="Imagen 392"/>
            <p:cNvPicPr/>
            <p:nvPr/>
          </p:nvPicPr>
          <p:blipFill>
            <a:blip r:embed="rId3"/>
            <a:stretch/>
          </p:blipFill>
          <p:spPr>
            <a:xfrm>
              <a:off x="3807000" y="828000"/>
              <a:ext cx="6096600" cy="4532400"/>
            </a:xfrm>
            <a:prstGeom prst="rect">
              <a:avLst/>
            </a:prstGeom>
            <a:ln>
              <a:noFill/>
            </a:ln>
          </p:spPr>
        </p:pic>
        <p:sp>
          <p:nvSpPr>
            <p:cNvPr id="222" name="CustomShape 3"/>
            <p:cNvSpPr/>
            <p:nvPr/>
          </p:nvSpPr>
          <p:spPr>
            <a:xfrm>
              <a:off x="7044840" y="4568040"/>
              <a:ext cx="1125000" cy="552544"/>
            </a:xfrm>
            <a:prstGeom prst="rect">
              <a:avLst/>
            </a:prstGeom>
            <a:noFill/>
            <a:ln>
              <a:noFill/>
            </a:ln>
          </p:spPr>
          <p:style>
            <a:lnRef idx="0">
              <a:scrgbClr r="0" g="0" b="0"/>
            </a:lnRef>
            <a:fillRef idx="0">
              <a:scrgbClr r="0" g="0" b="0"/>
            </a:fillRef>
            <a:effectRef idx="0">
              <a:scrgbClr r="0" g="0" b="0"/>
            </a:effectRef>
            <a:fontRef idx="minor"/>
          </p:style>
          <p:txBody>
            <a:bodyPr lIns="107996" tIns="53998" rIns="107996" bIns="53998">
              <a:sp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lnSpc>
                  <a:spcPct val="100000"/>
                </a:lnSpc>
              </a:pPr>
              <a:r>
                <a:rPr lang="en-GB" sz="1200" b="1" i="1" spc="-1">
                  <a:solidFill>
                    <a:srgbClr val="414C59"/>
                  </a:solidFill>
                  <a:latin typeface="Open Sans"/>
                  <a:ea typeface="Open Sans"/>
                </a:rPr>
                <a:t>NHS </a:t>
              </a:r>
              <a:endParaRPr lang="en-GB" sz="1200" spc="-1">
                <a:latin typeface="Arial"/>
              </a:endParaRPr>
            </a:p>
            <a:p>
              <a:pPr algn="ctr">
                <a:lnSpc>
                  <a:spcPct val="100000"/>
                </a:lnSpc>
              </a:pPr>
              <a:r>
                <a:rPr lang="en-GB" sz="1200" b="1" i="1" spc="-1">
                  <a:solidFill>
                    <a:srgbClr val="414C59"/>
                  </a:solidFill>
                  <a:latin typeface="Open Sans"/>
                  <a:ea typeface="Open Sans"/>
                </a:rPr>
                <a:t>e-Procurement Strategy</a:t>
              </a:r>
              <a:endParaRPr lang="en-GB" sz="1200" spc="-1">
                <a:latin typeface="Arial"/>
              </a:endParaRPr>
            </a:p>
          </p:txBody>
        </p:sp>
        <p:sp>
          <p:nvSpPr>
            <p:cNvPr id="223" name="CustomShape 4"/>
            <p:cNvSpPr/>
            <p:nvPr/>
          </p:nvSpPr>
          <p:spPr>
            <a:xfrm>
              <a:off x="7199280" y="1136880"/>
              <a:ext cx="1083240" cy="429433"/>
            </a:xfrm>
            <a:prstGeom prst="rect">
              <a:avLst/>
            </a:prstGeom>
            <a:noFill/>
            <a:ln>
              <a:noFill/>
            </a:ln>
          </p:spPr>
          <p:style>
            <a:lnRef idx="0">
              <a:scrgbClr r="0" g="0" b="0"/>
            </a:lnRef>
            <a:fillRef idx="0">
              <a:scrgbClr r="0" g="0" b="0"/>
            </a:fillRef>
            <a:effectRef idx="0">
              <a:scrgbClr r="0" g="0" b="0"/>
            </a:effectRef>
            <a:fontRef idx="minor"/>
          </p:style>
          <p:txBody>
            <a:bodyPr lIns="107996" tIns="53998" rIns="107996" bIns="53998">
              <a:sp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lnSpc>
                  <a:spcPct val="100000"/>
                </a:lnSpc>
              </a:pPr>
              <a:r>
                <a:rPr lang="en-GB" sz="1320" b="1" i="1" spc="-1">
                  <a:solidFill>
                    <a:srgbClr val="414C59"/>
                  </a:solidFill>
                  <a:latin typeface="Open Sans"/>
                  <a:ea typeface="Open Sans"/>
                </a:rPr>
                <a:t>Solutions </a:t>
              </a:r>
              <a:endParaRPr lang="en-GB" sz="1320" spc="-1">
                <a:latin typeface="Arial"/>
              </a:endParaRPr>
            </a:p>
            <a:p>
              <a:pPr algn="ctr">
                <a:lnSpc>
                  <a:spcPct val="100000"/>
                </a:lnSpc>
              </a:pPr>
              <a:r>
                <a:rPr lang="en-GB" sz="1320" b="1" i="1" spc="-1">
                  <a:solidFill>
                    <a:srgbClr val="414C59"/>
                  </a:solidFill>
                  <a:latin typeface="Open Sans"/>
                  <a:ea typeface="Open Sans"/>
                </a:rPr>
                <a:t>by Industry</a:t>
              </a:r>
              <a:endParaRPr lang="en-GB" sz="1320" spc="-1">
                <a:latin typeface="Arial"/>
              </a:endParaRPr>
            </a:p>
          </p:txBody>
        </p:sp>
        <p:sp>
          <p:nvSpPr>
            <p:cNvPr id="224" name="CustomShape 5"/>
            <p:cNvSpPr/>
            <p:nvPr/>
          </p:nvSpPr>
          <p:spPr>
            <a:xfrm>
              <a:off x="4412160" y="3196440"/>
              <a:ext cx="1087200" cy="460211"/>
            </a:xfrm>
            <a:prstGeom prst="rect">
              <a:avLst/>
            </a:prstGeom>
            <a:noFill/>
            <a:ln>
              <a:noFill/>
            </a:ln>
          </p:spPr>
          <p:style>
            <a:lnRef idx="0">
              <a:scrgbClr r="0" g="0" b="0"/>
            </a:lnRef>
            <a:fillRef idx="0">
              <a:scrgbClr r="0" g="0" b="0"/>
            </a:fillRef>
            <a:effectRef idx="0">
              <a:scrgbClr r="0" g="0" b="0"/>
            </a:effectRef>
            <a:fontRef idx="minor"/>
          </p:style>
          <p:txBody>
            <a:bodyPr lIns="107996" tIns="53998" rIns="107996" bIns="53998">
              <a:sp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lnSpc>
                  <a:spcPct val="100000"/>
                </a:lnSpc>
              </a:pPr>
              <a:r>
                <a:rPr lang="en-GB" sz="1440" b="1" i="1" spc="-1">
                  <a:solidFill>
                    <a:srgbClr val="414C59"/>
                  </a:solidFill>
                  <a:latin typeface="Open Sans"/>
                  <a:ea typeface="Open Sans"/>
                </a:rPr>
                <a:t>Global Compliance</a:t>
              </a:r>
              <a:endParaRPr lang="en-GB" sz="1440" spc="-1">
                <a:latin typeface="Arial"/>
              </a:endParaRPr>
            </a:p>
          </p:txBody>
        </p:sp>
        <p:sp>
          <p:nvSpPr>
            <p:cNvPr id="225" name="CustomShape 6"/>
            <p:cNvSpPr/>
            <p:nvPr/>
          </p:nvSpPr>
          <p:spPr>
            <a:xfrm>
              <a:off x="8511840" y="2859840"/>
              <a:ext cx="1049400" cy="598710"/>
            </a:xfrm>
            <a:prstGeom prst="rect">
              <a:avLst/>
            </a:prstGeom>
            <a:noFill/>
            <a:ln>
              <a:noFill/>
            </a:ln>
          </p:spPr>
          <p:style>
            <a:lnRef idx="0">
              <a:scrgbClr r="0" g="0" b="0"/>
            </a:lnRef>
            <a:fillRef idx="0">
              <a:scrgbClr r="0" g="0" b="0"/>
            </a:fillRef>
            <a:effectRef idx="0">
              <a:scrgbClr r="0" g="0" b="0"/>
            </a:effectRef>
            <a:fontRef idx="minor"/>
          </p:style>
          <p:txBody>
            <a:bodyPr lIns="107996" tIns="53998" rIns="107996" bIns="53998">
              <a:sp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lnSpc>
                  <a:spcPct val="100000"/>
                </a:lnSpc>
              </a:pPr>
              <a:r>
                <a:rPr lang="en-GB" sz="1320" b="1" i="1" spc="-1">
                  <a:solidFill>
                    <a:srgbClr val="414C59"/>
                  </a:solidFill>
                  <a:latin typeface="Open Sans"/>
                  <a:ea typeface="Open Sans"/>
                </a:rPr>
                <a:t>Qualified Trust Services</a:t>
              </a:r>
              <a:endParaRPr lang="en-GB" sz="1320" spc="-1">
                <a:latin typeface="Arial"/>
              </a:endParaRPr>
            </a:p>
          </p:txBody>
        </p:sp>
        <p:grpSp>
          <p:nvGrpSpPr>
            <p:cNvPr id="226" name="Group 7"/>
            <p:cNvGrpSpPr/>
            <p:nvPr/>
          </p:nvGrpSpPr>
          <p:grpSpPr>
            <a:xfrm>
              <a:off x="5406120" y="1237320"/>
              <a:ext cx="1108440" cy="644877"/>
              <a:chOff x="5406120" y="1237320"/>
              <a:chExt cx="1108440" cy="644877"/>
            </a:xfrm>
          </p:grpSpPr>
          <p:sp>
            <p:nvSpPr>
              <p:cNvPr id="227" name="CustomShape 8"/>
              <p:cNvSpPr/>
              <p:nvPr/>
            </p:nvSpPr>
            <p:spPr>
              <a:xfrm>
                <a:off x="5406120" y="1237320"/>
                <a:ext cx="1108440" cy="644877"/>
              </a:xfrm>
              <a:prstGeom prst="rect">
                <a:avLst/>
              </a:prstGeom>
              <a:noFill/>
              <a:ln>
                <a:noFill/>
              </a:ln>
            </p:spPr>
            <p:style>
              <a:lnRef idx="0">
                <a:scrgbClr r="0" g="0" b="0"/>
              </a:lnRef>
              <a:fillRef idx="0">
                <a:scrgbClr r="0" g="0" b="0"/>
              </a:fillRef>
              <a:effectRef idx="0">
                <a:scrgbClr r="0" g="0" b="0"/>
              </a:effectRef>
              <a:fontRef idx="minor"/>
            </p:style>
            <p:txBody>
              <a:bodyPr lIns="107996" tIns="53998" rIns="107996" bIns="53998">
                <a:sp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lnSpc>
                    <a:spcPct val="100000"/>
                  </a:lnSpc>
                </a:pPr>
                <a:r>
                  <a:rPr lang="en-GB" sz="1440" b="1" i="1" spc="-1">
                    <a:solidFill>
                      <a:srgbClr val="414C59"/>
                    </a:solidFill>
                    <a:latin typeface="Open Sans"/>
                    <a:ea typeface="Open Sans"/>
                  </a:rPr>
                  <a:t>B2B Integration Solutions</a:t>
                </a:r>
                <a:endParaRPr lang="en-GB" sz="1440" spc="-1">
                  <a:latin typeface="Arial"/>
                </a:endParaRPr>
              </a:p>
            </p:txBody>
          </p:sp>
        </p:grpSp>
      </p:grpSp>
      <p:sp>
        <p:nvSpPr>
          <p:cNvPr id="230" name="CustomShape 11"/>
          <p:cNvSpPr/>
          <p:nvPr/>
        </p:nvSpPr>
        <p:spPr>
          <a:xfrm>
            <a:off x="341048" y="955775"/>
            <a:ext cx="4108609" cy="542540"/>
          </a:xfrm>
          <a:prstGeom prst="rect">
            <a:avLst/>
          </a:prstGeom>
          <a:noFill/>
          <a:ln>
            <a:noFill/>
          </a:ln>
        </p:spPr>
        <p:style>
          <a:lnRef idx="0">
            <a:scrgbClr r="0" g="0" b="0"/>
          </a:lnRef>
          <a:fillRef idx="0">
            <a:scrgbClr r="0" g="0" b="0"/>
          </a:fillRef>
          <a:effectRef idx="0">
            <a:scrgbClr r="0" g="0" b="0"/>
          </a:effectRef>
          <a:fontRef idx="minor"/>
        </p:style>
        <p:txBody>
          <a:bodyPr wrap="square" lIns="107996" tIns="53998" rIns="107996" bIns="53998">
            <a:sp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nSpc>
                <a:spcPts val="3361"/>
              </a:lnSpc>
            </a:pPr>
            <a:r>
              <a:rPr lang="en-GB" sz="3360" b="1" spc="-1" dirty="0">
                <a:solidFill>
                  <a:srgbClr val="084868"/>
                </a:solidFill>
                <a:latin typeface="Calibri"/>
                <a:ea typeface="DejaVu Sans"/>
              </a:rPr>
              <a:t>EDICOM PM</a:t>
            </a:r>
            <a:endParaRPr lang="en-GB" sz="3360" spc="-1" dirty="0">
              <a:latin typeface="Arial"/>
            </a:endParaRPr>
          </a:p>
        </p:txBody>
      </p:sp>
      <p:sp>
        <p:nvSpPr>
          <p:cNvPr id="241" name="CustomShape 22"/>
          <p:cNvSpPr/>
          <p:nvPr/>
        </p:nvSpPr>
        <p:spPr>
          <a:xfrm rot="5400000">
            <a:off x="6071761" y="733630"/>
            <a:ext cx="56590" cy="12183273"/>
          </a:xfrm>
          <a:prstGeom prst="rect">
            <a:avLst/>
          </a:prstGeom>
          <a:solidFill>
            <a:srgbClr val="084868"/>
          </a:solidFill>
          <a:ln w="9360">
            <a:noFill/>
          </a:ln>
        </p:spPr>
        <p:style>
          <a:lnRef idx="0">
            <a:scrgbClr r="0" g="0" b="0"/>
          </a:lnRef>
          <a:fillRef idx="0">
            <a:scrgbClr r="0" g="0" b="0"/>
          </a:fillRef>
          <a:effectRef idx="0">
            <a:scrgbClr r="0" g="0" b="0"/>
          </a:effectRef>
          <a:fontRef idx="minor"/>
        </p:style>
        <p:txBody>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endParaRPr lang="en-GB" sz="2594"/>
          </a:p>
        </p:txBody>
      </p:sp>
      <p:sp>
        <p:nvSpPr>
          <p:cNvPr id="2" name="Rectángulo 1">
            <a:extLst>
              <a:ext uri="{FF2B5EF4-FFF2-40B4-BE49-F238E27FC236}">
                <a16:creationId xmlns:a16="http://schemas.microsoft.com/office/drawing/2014/main" id="{E527A50E-6563-1447-7D08-AB5D36E725B5}"/>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endParaRPr lang="es-ES" sz="2594"/>
          </a:p>
        </p:txBody>
      </p:sp>
      <p:pic>
        <p:nvPicPr>
          <p:cNvPr id="3" name="Imagen 2">
            <a:extLst>
              <a:ext uri="{FF2B5EF4-FFF2-40B4-BE49-F238E27FC236}">
                <a16:creationId xmlns:a16="http://schemas.microsoft.com/office/drawing/2014/main" id="{9612BC86-1924-1088-D3A8-F287CF0FEBC7}"/>
              </a:ext>
            </a:extLst>
          </p:cNvPr>
          <p:cNvPicPr>
            <a:picLocks noChangeAspect="1"/>
          </p:cNvPicPr>
          <p:nvPr/>
        </p:nvPicPr>
        <p:blipFill>
          <a:blip r:embed="rId4"/>
          <a:stretch>
            <a:fillRect/>
          </a:stretch>
        </p:blipFill>
        <p:spPr>
          <a:xfrm>
            <a:off x="10482789" y="178278"/>
            <a:ext cx="1374930" cy="367348"/>
          </a:xfrm>
          <a:prstGeom prst="rect">
            <a:avLst/>
          </a:prstGeom>
        </p:spPr>
      </p:pic>
      <p:cxnSp>
        <p:nvCxnSpPr>
          <p:cNvPr id="4" name="Conector recto 3">
            <a:extLst>
              <a:ext uri="{FF2B5EF4-FFF2-40B4-BE49-F238E27FC236}">
                <a16:creationId xmlns:a16="http://schemas.microsoft.com/office/drawing/2014/main" id="{466DCEF0-C64C-E307-C8BD-52BA211E8C4B}"/>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sp>
        <p:nvSpPr>
          <p:cNvPr id="6" name="Título 11">
            <a:extLst>
              <a:ext uri="{FF2B5EF4-FFF2-40B4-BE49-F238E27FC236}">
                <a16:creationId xmlns:a16="http://schemas.microsoft.com/office/drawing/2014/main" id="{F8528FC2-DB93-ECB4-E814-A1CADFA454E4}"/>
              </a:ext>
            </a:extLst>
          </p:cNvPr>
          <p:cNvSpPr txBox="1">
            <a:spLocks/>
          </p:cNvSpPr>
          <p:nvPr/>
        </p:nvSpPr>
        <p:spPr>
          <a:xfrm>
            <a:off x="334284" y="102468"/>
            <a:ext cx="9075528" cy="542462"/>
          </a:xfrm>
          <a:prstGeom prst="rect">
            <a:avLst/>
          </a:prstGeom>
        </p:spPr>
        <p:txBody>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l"/>
            <a:r>
              <a:rPr lang="en-US" sz="2594" dirty="0"/>
              <a:t>Team contacts</a:t>
            </a:r>
            <a:endParaRPr lang="es-ES" sz="2594"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CustomShape 1"/>
          <p:cNvSpPr/>
          <p:nvPr/>
        </p:nvSpPr>
        <p:spPr>
          <a:xfrm>
            <a:off x="528075" y="2423861"/>
            <a:ext cx="3752820" cy="3624354"/>
          </a:xfrm>
          <a:prstGeom prst="rect">
            <a:avLst/>
          </a:prstGeom>
          <a:noFill/>
          <a:ln>
            <a:noFill/>
          </a:ln>
        </p:spPr>
        <p:style>
          <a:lnRef idx="0">
            <a:scrgbClr r="0" g="0" b="0"/>
          </a:lnRef>
          <a:fillRef idx="0">
            <a:scrgbClr r="0" g="0" b="0"/>
          </a:fillRef>
          <a:effectRef idx="0">
            <a:scrgbClr r="0" g="0" b="0"/>
          </a:effectRef>
          <a:fontRef idx="minor"/>
        </p:style>
        <p:txBody>
          <a:bodyPr lIns="0" tIns="0" rIns="0" bIns="0" anchor="t">
            <a:no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nSpc>
                <a:spcPts val="1736"/>
              </a:lnSpc>
              <a:spcAft>
                <a:spcPts val="681"/>
              </a:spcAft>
            </a:pPr>
            <a:r>
              <a:rPr lang="en-GB" sz="1440" spc="-1" dirty="0">
                <a:solidFill>
                  <a:srgbClr val="404040"/>
                </a:solidFill>
                <a:latin typeface="Open Sans"/>
                <a:ea typeface="Open Sans"/>
              </a:rPr>
              <a:t>Organization for projects:</a:t>
            </a:r>
            <a:endParaRPr lang="en-GB" sz="1440" spc="-1" dirty="0">
              <a:latin typeface="Arial"/>
            </a:endParaRPr>
          </a:p>
          <a:p>
            <a:pPr marL="259187" indent="-254867">
              <a:lnSpc>
                <a:spcPts val="1736"/>
              </a:lnSpc>
              <a:spcAft>
                <a:spcPts val="681"/>
              </a:spcAft>
              <a:buClr>
                <a:srgbClr val="000000"/>
              </a:buClr>
              <a:buSzPct val="45000"/>
              <a:buFont typeface="Wingdings" charset="2"/>
              <a:buChar char=""/>
            </a:pPr>
            <a:r>
              <a:rPr lang="en-GB" sz="1440" spc="-1" dirty="0">
                <a:solidFill>
                  <a:srgbClr val="404040"/>
                </a:solidFill>
                <a:latin typeface="Open Sans"/>
                <a:ea typeface="Open Sans"/>
              </a:rPr>
              <a:t>Team of consultants available for projects</a:t>
            </a:r>
            <a:endParaRPr lang="en-GB" sz="1440" spc="-1" dirty="0">
              <a:latin typeface="Arial"/>
            </a:endParaRPr>
          </a:p>
          <a:p>
            <a:pPr marL="259187" indent="-254867">
              <a:lnSpc>
                <a:spcPts val="1736"/>
              </a:lnSpc>
              <a:spcAft>
                <a:spcPts val="681"/>
              </a:spcAft>
              <a:buClr>
                <a:srgbClr val="000000"/>
              </a:buClr>
              <a:buSzPct val="45000"/>
              <a:buFont typeface="Wingdings" charset="2"/>
              <a:buChar char=""/>
            </a:pPr>
            <a:r>
              <a:rPr lang="en-GB" sz="1440" spc="-1" dirty="0">
                <a:solidFill>
                  <a:srgbClr val="404040"/>
                </a:solidFill>
                <a:latin typeface="Open Sans"/>
                <a:ea typeface="Open Sans"/>
              </a:rPr>
              <a:t>Mainly based in Spain</a:t>
            </a:r>
            <a:endParaRPr lang="en-GB" sz="1440" spc="-1" dirty="0">
              <a:latin typeface="Arial"/>
            </a:endParaRPr>
          </a:p>
          <a:p>
            <a:pPr marL="259187" indent="-254867">
              <a:lnSpc>
                <a:spcPts val="1736"/>
              </a:lnSpc>
              <a:spcAft>
                <a:spcPts val="681"/>
              </a:spcAft>
              <a:buClr>
                <a:srgbClr val="000000"/>
              </a:buClr>
              <a:buSzPct val="45000"/>
              <a:buFont typeface="Wingdings" charset="2"/>
              <a:buChar char=""/>
            </a:pPr>
            <a:r>
              <a:rPr lang="en-GB" sz="1440" spc="-1" dirty="0">
                <a:solidFill>
                  <a:srgbClr val="404040"/>
                </a:solidFill>
                <a:latin typeface="Open Sans"/>
                <a:ea typeface="Open Sans"/>
              </a:rPr>
              <a:t>Weekly sprints</a:t>
            </a:r>
            <a:endParaRPr lang="en-GB" sz="1440" spc="-1" dirty="0">
              <a:latin typeface="Arial"/>
            </a:endParaRPr>
          </a:p>
          <a:p>
            <a:pPr marL="259187" indent="-254867">
              <a:lnSpc>
                <a:spcPts val="1736"/>
              </a:lnSpc>
              <a:spcAft>
                <a:spcPts val="681"/>
              </a:spcAft>
              <a:buClr>
                <a:srgbClr val="000000"/>
              </a:buClr>
              <a:buSzPct val="45000"/>
              <a:buFont typeface="Wingdings" charset="2"/>
              <a:buChar char=""/>
            </a:pPr>
            <a:r>
              <a:rPr lang="en-GB" sz="1440" spc="-1" dirty="0">
                <a:solidFill>
                  <a:srgbClr val="404040"/>
                </a:solidFill>
                <a:latin typeface="Open Sans"/>
                <a:ea typeface="Open Sans"/>
              </a:rPr>
              <a:t>Every Wednesday the project planning of the following sprint is revised and adjusted</a:t>
            </a:r>
            <a:endParaRPr lang="en-GB" sz="1440" spc="-1" dirty="0">
              <a:latin typeface="Arial"/>
            </a:endParaRPr>
          </a:p>
          <a:p>
            <a:pPr>
              <a:lnSpc>
                <a:spcPts val="1736"/>
              </a:lnSpc>
              <a:spcAft>
                <a:spcPts val="681"/>
              </a:spcAft>
            </a:pPr>
            <a:endParaRPr lang="en-GB" sz="1440" spc="-1" dirty="0">
              <a:latin typeface="Arial"/>
            </a:endParaRPr>
          </a:p>
          <a:p>
            <a:pPr>
              <a:lnSpc>
                <a:spcPts val="1736"/>
              </a:lnSpc>
              <a:spcAft>
                <a:spcPts val="681"/>
              </a:spcAft>
            </a:pPr>
            <a:r>
              <a:rPr lang="en-GB" sz="1440" spc="-1" dirty="0">
                <a:solidFill>
                  <a:srgbClr val="404040"/>
                </a:solidFill>
                <a:latin typeface="Open Sans"/>
                <a:ea typeface="Open Sans"/>
              </a:rPr>
              <a:t>Main consultant details:</a:t>
            </a:r>
            <a:endParaRPr lang="en-GB" sz="1440" spc="-1" dirty="0">
              <a:latin typeface="Arial"/>
            </a:endParaRPr>
          </a:p>
          <a:p>
            <a:pPr marL="259080" indent="-254635">
              <a:lnSpc>
                <a:spcPts val="1736"/>
              </a:lnSpc>
              <a:spcAft>
                <a:spcPts val="681"/>
              </a:spcAft>
              <a:buClr>
                <a:srgbClr val="000000"/>
              </a:buClr>
              <a:buSzPct val="45000"/>
              <a:buFont typeface="Wingdings" charset="2"/>
              <a:buChar char=""/>
            </a:pPr>
            <a:r>
              <a:rPr lang="en-GB" sz="1400" spc="-1" dirty="0">
                <a:solidFill>
                  <a:srgbClr val="404040"/>
                </a:solidFill>
                <a:latin typeface="Open Sans"/>
                <a:ea typeface="Open Sans"/>
              </a:rPr>
              <a:t>Email: </a:t>
            </a:r>
            <a:r>
              <a:rPr lang="en-GB" sz="1400" spc="-1" dirty="0">
                <a:solidFill>
                  <a:srgbClr val="404040"/>
                </a:solidFill>
                <a:latin typeface="Open Sans"/>
                <a:ea typeface="Open Sans"/>
                <a:cs typeface="Open Sans"/>
              </a:rPr>
              <a:t>@</a:t>
            </a:r>
            <a:r>
              <a:rPr lang="en-GB" sz="1400" b="0" i="0" dirty="0">
                <a:solidFill>
                  <a:srgbClr val="000000"/>
                </a:solidFill>
                <a:effectLst/>
                <a:latin typeface="helvetica"/>
                <a:cs typeface="helvetica"/>
                <a:hlinkClick r:id="rId2"/>
              </a:rPr>
              <a:t>edicomgroup.com</a:t>
            </a:r>
            <a:endParaRPr lang="en-GB" sz="1400" spc="-1" dirty="0">
              <a:latin typeface="helvetica"/>
              <a:cs typeface="helvetica"/>
            </a:endParaRPr>
          </a:p>
          <a:p>
            <a:pPr marL="259080" indent="-254635">
              <a:lnSpc>
                <a:spcPts val="1736"/>
              </a:lnSpc>
              <a:spcAft>
                <a:spcPts val="681"/>
              </a:spcAft>
              <a:buClr>
                <a:srgbClr val="000000"/>
              </a:buClr>
              <a:buSzPct val="45000"/>
              <a:buFont typeface="Wingdings" charset="2"/>
              <a:buChar char=""/>
            </a:pPr>
            <a:r>
              <a:rPr lang="en-GB" sz="1400" spc="-1" dirty="0">
                <a:solidFill>
                  <a:srgbClr val="404040"/>
                </a:solidFill>
                <a:latin typeface="Open Sans"/>
                <a:ea typeface="Open Sans"/>
              </a:rPr>
              <a:t>Tel. Es: 34 961 367 100 ext. </a:t>
            </a:r>
            <a:endParaRPr lang="en-GB" sz="1400" spc="-1">
              <a:solidFill>
                <a:srgbClr val="404040"/>
              </a:solidFill>
              <a:latin typeface="Open Sans"/>
              <a:ea typeface="Open Sans"/>
            </a:endParaRPr>
          </a:p>
          <a:p>
            <a:pPr marL="259080" indent="-254635">
              <a:lnSpc>
                <a:spcPts val="1736"/>
              </a:lnSpc>
              <a:spcAft>
                <a:spcPts val="681"/>
              </a:spcAft>
              <a:buClr>
                <a:srgbClr val="000000"/>
              </a:buClr>
              <a:buSzPct val="45000"/>
              <a:buFont typeface="Wingdings" charset="2"/>
              <a:buChar char=""/>
            </a:pPr>
            <a:r>
              <a:rPr lang="en-GB" sz="1400" spc="-1" dirty="0">
                <a:solidFill>
                  <a:srgbClr val="404040"/>
                </a:solidFill>
                <a:latin typeface="Open Sans"/>
                <a:ea typeface="Open Sans"/>
              </a:rPr>
              <a:t>Based in </a:t>
            </a:r>
            <a:endParaRPr lang="en-GB" sz="1400" spc="-1">
              <a:latin typeface="Arial"/>
              <a:cs typeface="Arial"/>
            </a:endParaRPr>
          </a:p>
          <a:p>
            <a:pPr>
              <a:lnSpc>
                <a:spcPts val="1736"/>
              </a:lnSpc>
              <a:spcAft>
                <a:spcPts val="681"/>
              </a:spcAft>
            </a:pPr>
            <a:endParaRPr lang="en-GB" sz="1440" spc="-1" dirty="0">
              <a:latin typeface="Arial"/>
            </a:endParaRPr>
          </a:p>
        </p:txBody>
      </p:sp>
      <p:grpSp>
        <p:nvGrpSpPr>
          <p:cNvPr id="243" name="Group 2"/>
          <p:cNvGrpSpPr/>
          <p:nvPr/>
        </p:nvGrpSpPr>
        <p:grpSpPr>
          <a:xfrm>
            <a:off x="4568454" y="993684"/>
            <a:ext cx="7315666" cy="5438692"/>
            <a:chOff x="3807000" y="828000"/>
            <a:chExt cx="6096600" cy="4532400"/>
          </a:xfrm>
        </p:grpSpPr>
        <p:pic>
          <p:nvPicPr>
            <p:cNvPr id="244" name="Imagen 402"/>
            <p:cNvPicPr/>
            <p:nvPr/>
          </p:nvPicPr>
          <p:blipFill>
            <a:blip r:embed="rId3"/>
            <a:stretch/>
          </p:blipFill>
          <p:spPr>
            <a:xfrm>
              <a:off x="3807000" y="828000"/>
              <a:ext cx="6096600" cy="4532400"/>
            </a:xfrm>
            <a:prstGeom prst="rect">
              <a:avLst/>
            </a:prstGeom>
            <a:ln>
              <a:noFill/>
            </a:ln>
          </p:spPr>
        </p:pic>
        <p:sp>
          <p:nvSpPr>
            <p:cNvPr id="245" name="CustomShape 3"/>
            <p:cNvSpPr/>
            <p:nvPr/>
          </p:nvSpPr>
          <p:spPr>
            <a:xfrm>
              <a:off x="7044840" y="4568040"/>
              <a:ext cx="1125000" cy="552544"/>
            </a:xfrm>
            <a:prstGeom prst="rect">
              <a:avLst/>
            </a:prstGeom>
            <a:noFill/>
            <a:ln>
              <a:noFill/>
            </a:ln>
          </p:spPr>
          <p:style>
            <a:lnRef idx="0">
              <a:scrgbClr r="0" g="0" b="0"/>
            </a:lnRef>
            <a:fillRef idx="0">
              <a:scrgbClr r="0" g="0" b="0"/>
            </a:fillRef>
            <a:effectRef idx="0">
              <a:scrgbClr r="0" g="0" b="0"/>
            </a:effectRef>
            <a:fontRef idx="minor"/>
          </p:style>
          <p:txBody>
            <a:bodyPr lIns="107996" tIns="53998" rIns="107996" bIns="53998">
              <a:sp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lnSpc>
                  <a:spcPct val="100000"/>
                </a:lnSpc>
              </a:pPr>
              <a:r>
                <a:rPr lang="en-GB" sz="1200" b="1" i="1" spc="-1">
                  <a:solidFill>
                    <a:srgbClr val="414C59"/>
                  </a:solidFill>
                  <a:latin typeface="Open Sans"/>
                  <a:ea typeface="Open Sans"/>
                </a:rPr>
                <a:t>NHS </a:t>
              </a:r>
              <a:endParaRPr lang="en-GB" sz="1200" spc="-1">
                <a:latin typeface="Arial"/>
              </a:endParaRPr>
            </a:p>
            <a:p>
              <a:pPr algn="ctr">
                <a:lnSpc>
                  <a:spcPct val="100000"/>
                </a:lnSpc>
              </a:pPr>
              <a:r>
                <a:rPr lang="en-GB" sz="1200" b="1" i="1" spc="-1">
                  <a:solidFill>
                    <a:srgbClr val="414C59"/>
                  </a:solidFill>
                  <a:latin typeface="Open Sans"/>
                  <a:ea typeface="Open Sans"/>
                </a:rPr>
                <a:t>e-Procurement Strategy</a:t>
              </a:r>
              <a:endParaRPr lang="en-GB" sz="1200" spc="-1">
                <a:latin typeface="Arial"/>
              </a:endParaRPr>
            </a:p>
          </p:txBody>
        </p:sp>
        <p:sp>
          <p:nvSpPr>
            <p:cNvPr id="246" name="CustomShape 4"/>
            <p:cNvSpPr/>
            <p:nvPr/>
          </p:nvSpPr>
          <p:spPr>
            <a:xfrm>
              <a:off x="7199280" y="1136880"/>
              <a:ext cx="1083240" cy="429433"/>
            </a:xfrm>
            <a:prstGeom prst="rect">
              <a:avLst/>
            </a:prstGeom>
            <a:noFill/>
            <a:ln>
              <a:noFill/>
            </a:ln>
          </p:spPr>
          <p:style>
            <a:lnRef idx="0">
              <a:scrgbClr r="0" g="0" b="0"/>
            </a:lnRef>
            <a:fillRef idx="0">
              <a:scrgbClr r="0" g="0" b="0"/>
            </a:fillRef>
            <a:effectRef idx="0">
              <a:scrgbClr r="0" g="0" b="0"/>
            </a:effectRef>
            <a:fontRef idx="minor"/>
          </p:style>
          <p:txBody>
            <a:bodyPr lIns="107996" tIns="53998" rIns="107996" bIns="53998">
              <a:sp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lnSpc>
                  <a:spcPct val="100000"/>
                </a:lnSpc>
              </a:pPr>
              <a:r>
                <a:rPr lang="en-GB" sz="1320" b="1" i="1" spc="-1">
                  <a:solidFill>
                    <a:srgbClr val="414C59"/>
                  </a:solidFill>
                  <a:latin typeface="Open Sans"/>
                  <a:ea typeface="Open Sans"/>
                </a:rPr>
                <a:t>Solutions </a:t>
              </a:r>
              <a:endParaRPr lang="en-GB" sz="1320" spc="-1">
                <a:latin typeface="Arial"/>
              </a:endParaRPr>
            </a:p>
            <a:p>
              <a:pPr algn="ctr">
                <a:lnSpc>
                  <a:spcPct val="100000"/>
                </a:lnSpc>
              </a:pPr>
              <a:r>
                <a:rPr lang="en-GB" sz="1320" b="1" i="1" spc="-1">
                  <a:solidFill>
                    <a:srgbClr val="414C59"/>
                  </a:solidFill>
                  <a:latin typeface="Open Sans"/>
                  <a:ea typeface="Open Sans"/>
                </a:rPr>
                <a:t>by Industry</a:t>
              </a:r>
              <a:endParaRPr lang="en-GB" sz="1320" spc="-1">
                <a:latin typeface="Arial"/>
              </a:endParaRPr>
            </a:p>
          </p:txBody>
        </p:sp>
        <p:sp>
          <p:nvSpPr>
            <p:cNvPr id="247" name="CustomShape 5"/>
            <p:cNvSpPr/>
            <p:nvPr/>
          </p:nvSpPr>
          <p:spPr>
            <a:xfrm>
              <a:off x="4412160" y="3196440"/>
              <a:ext cx="1087200" cy="460211"/>
            </a:xfrm>
            <a:prstGeom prst="rect">
              <a:avLst/>
            </a:prstGeom>
            <a:noFill/>
            <a:ln>
              <a:noFill/>
            </a:ln>
          </p:spPr>
          <p:style>
            <a:lnRef idx="0">
              <a:scrgbClr r="0" g="0" b="0"/>
            </a:lnRef>
            <a:fillRef idx="0">
              <a:scrgbClr r="0" g="0" b="0"/>
            </a:fillRef>
            <a:effectRef idx="0">
              <a:scrgbClr r="0" g="0" b="0"/>
            </a:effectRef>
            <a:fontRef idx="minor"/>
          </p:style>
          <p:txBody>
            <a:bodyPr lIns="107996" tIns="53998" rIns="107996" bIns="53998">
              <a:sp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lnSpc>
                  <a:spcPct val="100000"/>
                </a:lnSpc>
              </a:pPr>
              <a:r>
                <a:rPr lang="en-GB" sz="1440" b="1" i="1" spc="-1">
                  <a:solidFill>
                    <a:srgbClr val="414C59"/>
                  </a:solidFill>
                  <a:latin typeface="Open Sans"/>
                  <a:ea typeface="Open Sans"/>
                </a:rPr>
                <a:t>Global Compliance</a:t>
              </a:r>
              <a:endParaRPr lang="en-GB" sz="1440" spc="-1">
                <a:latin typeface="Arial"/>
              </a:endParaRPr>
            </a:p>
          </p:txBody>
        </p:sp>
        <p:sp>
          <p:nvSpPr>
            <p:cNvPr id="248" name="CustomShape 6"/>
            <p:cNvSpPr/>
            <p:nvPr/>
          </p:nvSpPr>
          <p:spPr>
            <a:xfrm>
              <a:off x="8511840" y="2859840"/>
              <a:ext cx="1049400" cy="598710"/>
            </a:xfrm>
            <a:prstGeom prst="rect">
              <a:avLst/>
            </a:prstGeom>
            <a:noFill/>
            <a:ln>
              <a:noFill/>
            </a:ln>
          </p:spPr>
          <p:style>
            <a:lnRef idx="0">
              <a:scrgbClr r="0" g="0" b="0"/>
            </a:lnRef>
            <a:fillRef idx="0">
              <a:scrgbClr r="0" g="0" b="0"/>
            </a:fillRef>
            <a:effectRef idx="0">
              <a:scrgbClr r="0" g="0" b="0"/>
            </a:effectRef>
            <a:fontRef idx="minor"/>
          </p:style>
          <p:txBody>
            <a:bodyPr lIns="107996" tIns="53998" rIns="107996" bIns="53998">
              <a:sp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lnSpc>
                  <a:spcPct val="100000"/>
                </a:lnSpc>
              </a:pPr>
              <a:r>
                <a:rPr lang="en-GB" sz="1320" b="1" i="1" spc="-1">
                  <a:solidFill>
                    <a:srgbClr val="414C59"/>
                  </a:solidFill>
                  <a:latin typeface="Open Sans"/>
                  <a:ea typeface="Open Sans"/>
                </a:rPr>
                <a:t>Qualified Trust Services</a:t>
              </a:r>
              <a:endParaRPr lang="en-GB" sz="1320" spc="-1">
                <a:latin typeface="Arial"/>
              </a:endParaRPr>
            </a:p>
          </p:txBody>
        </p:sp>
        <p:grpSp>
          <p:nvGrpSpPr>
            <p:cNvPr id="249" name="Group 7"/>
            <p:cNvGrpSpPr/>
            <p:nvPr/>
          </p:nvGrpSpPr>
          <p:grpSpPr>
            <a:xfrm>
              <a:off x="5406120" y="1237320"/>
              <a:ext cx="1108440" cy="644877"/>
              <a:chOff x="5406120" y="1237320"/>
              <a:chExt cx="1108440" cy="644877"/>
            </a:xfrm>
          </p:grpSpPr>
          <p:sp>
            <p:nvSpPr>
              <p:cNvPr id="250" name="CustomShape 8"/>
              <p:cNvSpPr/>
              <p:nvPr/>
            </p:nvSpPr>
            <p:spPr>
              <a:xfrm>
                <a:off x="5406120" y="1237320"/>
                <a:ext cx="1108440" cy="644877"/>
              </a:xfrm>
              <a:prstGeom prst="rect">
                <a:avLst/>
              </a:prstGeom>
              <a:noFill/>
              <a:ln>
                <a:noFill/>
              </a:ln>
            </p:spPr>
            <p:style>
              <a:lnRef idx="0">
                <a:scrgbClr r="0" g="0" b="0"/>
              </a:lnRef>
              <a:fillRef idx="0">
                <a:scrgbClr r="0" g="0" b="0"/>
              </a:fillRef>
              <a:effectRef idx="0">
                <a:scrgbClr r="0" g="0" b="0"/>
              </a:effectRef>
              <a:fontRef idx="minor"/>
            </p:style>
            <p:txBody>
              <a:bodyPr lIns="107996" tIns="53998" rIns="107996" bIns="53998">
                <a:sp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lnSpc>
                    <a:spcPct val="100000"/>
                  </a:lnSpc>
                </a:pPr>
                <a:r>
                  <a:rPr lang="en-GB" sz="1440" b="1" i="1" spc="-1">
                    <a:solidFill>
                      <a:srgbClr val="414C59"/>
                    </a:solidFill>
                    <a:latin typeface="Open Sans"/>
                    <a:ea typeface="Open Sans"/>
                  </a:rPr>
                  <a:t>B2B Integration Solutions</a:t>
                </a:r>
                <a:endParaRPr lang="en-GB" sz="1440" spc="-1">
                  <a:latin typeface="Arial"/>
                </a:endParaRPr>
              </a:p>
            </p:txBody>
          </p:sp>
        </p:grpSp>
      </p:grpSp>
      <p:sp>
        <p:nvSpPr>
          <p:cNvPr id="264" name="CustomShape 22"/>
          <p:cNvSpPr/>
          <p:nvPr/>
        </p:nvSpPr>
        <p:spPr>
          <a:xfrm rot="5400000">
            <a:off x="6071761" y="733630"/>
            <a:ext cx="56590" cy="12183273"/>
          </a:xfrm>
          <a:prstGeom prst="rect">
            <a:avLst/>
          </a:prstGeom>
          <a:solidFill>
            <a:srgbClr val="084868"/>
          </a:solidFill>
          <a:ln w="9360">
            <a:noFill/>
          </a:ln>
        </p:spPr>
        <p:style>
          <a:lnRef idx="0">
            <a:scrgbClr r="0" g="0" b="0"/>
          </a:lnRef>
          <a:fillRef idx="0">
            <a:scrgbClr r="0" g="0" b="0"/>
          </a:fillRef>
          <a:effectRef idx="0">
            <a:scrgbClr r="0" g="0" b="0"/>
          </a:effectRef>
          <a:fontRef idx="minor"/>
        </p:style>
        <p:txBody>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endParaRPr lang="en-GB" sz="2594"/>
          </a:p>
        </p:txBody>
      </p:sp>
      <p:sp>
        <p:nvSpPr>
          <p:cNvPr id="2" name="Rectángulo 1">
            <a:extLst>
              <a:ext uri="{FF2B5EF4-FFF2-40B4-BE49-F238E27FC236}">
                <a16:creationId xmlns:a16="http://schemas.microsoft.com/office/drawing/2014/main" id="{4CA6F79F-50A4-FA76-92DB-E86EEE7E5E10}"/>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ctr"/>
            <a:endParaRPr lang="es-ES" sz="2594"/>
          </a:p>
        </p:txBody>
      </p:sp>
      <p:pic>
        <p:nvPicPr>
          <p:cNvPr id="3" name="Imagen 2">
            <a:extLst>
              <a:ext uri="{FF2B5EF4-FFF2-40B4-BE49-F238E27FC236}">
                <a16:creationId xmlns:a16="http://schemas.microsoft.com/office/drawing/2014/main" id="{4A4C195E-C280-D39F-FF4C-F92313B7E217}"/>
              </a:ext>
            </a:extLst>
          </p:cNvPr>
          <p:cNvPicPr>
            <a:picLocks noChangeAspect="1"/>
          </p:cNvPicPr>
          <p:nvPr/>
        </p:nvPicPr>
        <p:blipFill>
          <a:blip r:embed="rId4"/>
          <a:stretch>
            <a:fillRect/>
          </a:stretch>
        </p:blipFill>
        <p:spPr>
          <a:xfrm>
            <a:off x="10482789" y="178278"/>
            <a:ext cx="1374930" cy="367348"/>
          </a:xfrm>
          <a:prstGeom prst="rect">
            <a:avLst/>
          </a:prstGeom>
        </p:spPr>
      </p:pic>
      <p:cxnSp>
        <p:nvCxnSpPr>
          <p:cNvPr id="4" name="Conector recto 3">
            <a:extLst>
              <a:ext uri="{FF2B5EF4-FFF2-40B4-BE49-F238E27FC236}">
                <a16:creationId xmlns:a16="http://schemas.microsoft.com/office/drawing/2014/main" id="{8E36AD3E-0A49-4026-3E7E-BDE406EB5451}"/>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sp>
        <p:nvSpPr>
          <p:cNvPr id="5" name="CustomShape 11">
            <a:extLst>
              <a:ext uri="{FF2B5EF4-FFF2-40B4-BE49-F238E27FC236}">
                <a16:creationId xmlns:a16="http://schemas.microsoft.com/office/drawing/2014/main" id="{CA1CE811-CA8B-AE81-A609-07FAF823B120}"/>
              </a:ext>
            </a:extLst>
          </p:cNvPr>
          <p:cNvSpPr/>
          <p:nvPr/>
        </p:nvSpPr>
        <p:spPr>
          <a:xfrm>
            <a:off x="341048" y="955775"/>
            <a:ext cx="4108609" cy="542540"/>
          </a:xfrm>
          <a:prstGeom prst="rect">
            <a:avLst/>
          </a:prstGeom>
          <a:noFill/>
          <a:ln>
            <a:noFill/>
          </a:ln>
        </p:spPr>
        <p:style>
          <a:lnRef idx="0">
            <a:scrgbClr r="0" g="0" b="0"/>
          </a:lnRef>
          <a:fillRef idx="0">
            <a:scrgbClr r="0" g="0" b="0"/>
          </a:fillRef>
          <a:effectRef idx="0">
            <a:scrgbClr r="0" g="0" b="0"/>
          </a:effectRef>
          <a:fontRef idx="minor"/>
        </p:style>
        <p:txBody>
          <a:bodyPr wrap="square" lIns="107996" tIns="53998" rIns="107996" bIns="53998">
            <a:spAutoFit/>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nSpc>
                <a:spcPts val="3361"/>
              </a:lnSpc>
            </a:pPr>
            <a:r>
              <a:rPr lang="en-GB" sz="3360" b="1" spc="-1" dirty="0">
                <a:solidFill>
                  <a:srgbClr val="084868"/>
                </a:solidFill>
                <a:latin typeface="Calibri"/>
                <a:ea typeface="DejaVu Sans"/>
              </a:rPr>
              <a:t>HOW WE WORK</a:t>
            </a:r>
            <a:endParaRPr lang="en-GB" sz="3360" spc="-1" dirty="0">
              <a:latin typeface="Arial"/>
            </a:endParaRPr>
          </a:p>
        </p:txBody>
      </p:sp>
      <p:sp>
        <p:nvSpPr>
          <p:cNvPr id="6" name="Marcador de texto 21">
            <a:extLst>
              <a:ext uri="{FF2B5EF4-FFF2-40B4-BE49-F238E27FC236}">
                <a16:creationId xmlns:a16="http://schemas.microsoft.com/office/drawing/2014/main" id="{CB9EF544-E29A-F6C2-2EC7-14E304B98929}"/>
              </a:ext>
            </a:extLst>
          </p:cNvPr>
          <p:cNvSpPr txBox="1">
            <a:spLocks/>
          </p:cNvSpPr>
          <p:nvPr/>
        </p:nvSpPr>
        <p:spPr>
          <a:xfrm>
            <a:off x="351798" y="1421255"/>
            <a:ext cx="2249103" cy="346507"/>
          </a:xfrm>
          <a:prstGeom prst="rect">
            <a:avLst/>
          </a:prstGeom>
        </p:spPr>
        <p:txBody>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l"/>
            <a:r>
              <a:rPr lang="es-ES" sz="2594" dirty="0"/>
              <a:t>In </a:t>
            </a:r>
            <a:r>
              <a:rPr lang="es-ES" sz="2594" dirty="0" err="1"/>
              <a:t>Edicom</a:t>
            </a:r>
            <a:endParaRPr lang="es-ES" sz="2594" dirty="0"/>
          </a:p>
        </p:txBody>
      </p:sp>
      <p:sp>
        <p:nvSpPr>
          <p:cNvPr id="8" name="Título 11">
            <a:extLst>
              <a:ext uri="{FF2B5EF4-FFF2-40B4-BE49-F238E27FC236}">
                <a16:creationId xmlns:a16="http://schemas.microsoft.com/office/drawing/2014/main" id="{82A89085-16F4-4B42-AC20-68D922370FB1}"/>
              </a:ext>
            </a:extLst>
          </p:cNvPr>
          <p:cNvSpPr txBox="1">
            <a:spLocks/>
          </p:cNvSpPr>
          <p:nvPr/>
        </p:nvSpPr>
        <p:spPr>
          <a:xfrm>
            <a:off x="334284" y="102468"/>
            <a:ext cx="9075528" cy="542462"/>
          </a:xfrm>
          <a:prstGeom prst="rect">
            <a:avLst/>
          </a:prstGeom>
        </p:spPr>
        <p:txBody>
          <a:bodyPr/>
          <a:lstStyle>
            <a:defPPr>
              <a:defRPr lang="es-ES"/>
            </a:defPPr>
            <a:lvl1pPr marL="0" algn="l" defTabSz="1097554" rtl="0" eaLnBrk="1" latinLnBrk="0" hangingPunct="1">
              <a:defRPr sz="2161" kern="1200">
                <a:solidFill>
                  <a:schemeClr val="tx1"/>
                </a:solidFill>
                <a:latin typeface="+mn-lt"/>
                <a:ea typeface="+mn-ea"/>
                <a:cs typeface="+mn-cs"/>
              </a:defRPr>
            </a:lvl1pPr>
            <a:lvl2pPr marL="548777" algn="l" defTabSz="1097554" rtl="0" eaLnBrk="1" latinLnBrk="0" hangingPunct="1">
              <a:defRPr sz="2161" kern="1200">
                <a:solidFill>
                  <a:schemeClr val="tx1"/>
                </a:solidFill>
                <a:latin typeface="+mn-lt"/>
                <a:ea typeface="+mn-ea"/>
                <a:cs typeface="+mn-cs"/>
              </a:defRPr>
            </a:lvl2pPr>
            <a:lvl3pPr marL="1097554" algn="l" defTabSz="1097554" rtl="0" eaLnBrk="1" latinLnBrk="0" hangingPunct="1">
              <a:defRPr sz="2161" kern="1200">
                <a:solidFill>
                  <a:schemeClr val="tx1"/>
                </a:solidFill>
                <a:latin typeface="+mn-lt"/>
                <a:ea typeface="+mn-ea"/>
                <a:cs typeface="+mn-cs"/>
              </a:defRPr>
            </a:lvl3pPr>
            <a:lvl4pPr marL="1646331" algn="l" defTabSz="1097554" rtl="0" eaLnBrk="1" latinLnBrk="0" hangingPunct="1">
              <a:defRPr sz="2161" kern="1200">
                <a:solidFill>
                  <a:schemeClr val="tx1"/>
                </a:solidFill>
                <a:latin typeface="+mn-lt"/>
                <a:ea typeface="+mn-ea"/>
                <a:cs typeface="+mn-cs"/>
              </a:defRPr>
            </a:lvl4pPr>
            <a:lvl5pPr marL="2195109" algn="l" defTabSz="1097554" rtl="0" eaLnBrk="1" latinLnBrk="0" hangingPunct="1">
              <a:defRPr sz="2161" kern="1200">
                <a:solidFill>
                  <a:schemeClr val="tx1"/>
                </a:solidFill>
                <a:latin typeface="+mn-lt"/>
                <a:ea typeface="+mn-ea"/>
                <a:cs typeface="+mn-cs"/>
              </a:defRPr>
            </a:lvl5pPr>
            <a:lvl6pPr marL="2743886" algn="l" defTabSz="1097554" rtl="0" eaLnBrk="1" latinLnBrk="0" hangingPunct="1">
              <a:defRPr sz="2161" kern="1200">
                <a:solidFill>
                  <a:schemeClr val="tx1"/>
                </a:solidFill>
                <a:latin typeface="+mn-lt"/>
                <a:ea typeface="+mn-ea"/>
                <a:cs typeface="+mn-cs"/>
              </a:defRPr>
            </a:lvl6pPr>
            <a:lvl7pPr marL="3292663" algn="l" defTabSz="1097554" rtl="0" eaLnBrk="1" latinLnBrk="0" hangingPunct="1">
              <a:defRPr sz="2161" kern="1200">
                <a:solidFill>
                  <a:schemeClr val="tx1"/>
                </a:solidFill>
                <a:latin typeface="+mn-lt"/>
                <a:ea typeface="+mn-ea"/>
                <a:cs typeface="+mn-cs"/>
              </a:defRPr>
            </a:lvl7pPr>
            <a:lvl8pPr marL="3841440" algn="l" defTabSz="1097554" rtl="0" eaLnBrk="1" latinLnBrk="0" hangingPunct="1">
              <a:defRPr sz="2161" kern="1200">
                <a:solidFill>
                  <a:schemeClr val="tx1"/>
                </a:solidFill>
                <a:latin typeface="+mn-lt"/>
                <a:ea typeface="+mn-ea"/>
                <a:cs typeface="+mn-cs"/>
              </a:defRPr>
            </a:lvl8pPr>
            <a:lvl9pPr marL="4390217" algn="l" defTabSz="1097554" rtl="0" eaLnBrk="1" latinLnBrk="0" hangingPunct="1">
              <a:defRPr sz="2161" kern="1200">
                <a:solidFill>
                  <a:schemeClr val="tx1"/>
                </a:solidFill>
                <a:latin typeface="+mn-lt"/>
                <a:ea typeface="+mn-ea"/>
                <a:cs typeface="+mn-cs"/>
              </a:defRPr>
            </a:lvl9pPr>
          </a:lstStyle>
          <a:p>
            <a:pPr algn="l"/>
            <a:r>
              <a:rPr lang="en-US" sz="2594" dirty="0"/>
              <a:t>Team contacts</a:t>
            </a:r>
            <a:endParaRPr lang="es-ES" sz="2594"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Personas sentadas en una mesa&#10;&#10;Descripción generada automáticamente">
            <a:extLst>
              <a:ext uri="{FF2B5EF4-FFF2-40B4-BE49-F238E27FC236}">
                <a16:creationId xmlns:a16="http://schemas.microsoft.com/office/drawing/2014/main" id="{2BD8DFF0-B80A-4354-8453-9EBD59E4DB5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212" y="1"/>
            <a:ext cx="12191578" cy="6857998"/>
          </a:xfrm>
          <a:prstGeom prst="rect">
            <a:avLst/>
          </a:prstGeom>
        </p:spPr>
      </p:pic>
      <p:sp>
        <p:nvSpPr>
          <p:cNvPr id="3" name="Rectángulo 2">
            <a:extLst>
              <a:ext uri="{FF2B5EF4-FFF2-40B4-BE49-F238E27FC236}">
                <a16:creationId xmlns:a16="http://schemas.microsoft.com/office/drawing/2014/main" id="{F622690D-9C2D-4FFF-B42C-F8AE948808C8}"/>
              </a:ext>
            </a:extLst>
          </p:cNvPr>
          <p:cNvSpPr/>
          <p:nvPr/>
        </p:nvSpPr>
        <p:spPr>
          <a:xfrm>
            <a:off x="213" y="1"/>
            <a:ext cx="12191575" cy="6857999"/>
          </a:xfrm>
          <a:prstGeom prst="rect">
            <a:avLst/>
          </a:prstGeom>
          <a:solidFill>
            <a:srgbClr val="7CA1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sp>
        <p:nvSpPr>
          <p:cNvPr id="11" name="Título 11">
            <a:extLst>
              <a:ext uri="{FF2B5EF4-FFF2-40B4-BE49-F238E27FC236}">
                <a16:creationId xmlns:a16="http://schemas.microsoft.com/office/drawing/2014/main" id="{DE086357-C1F0-38FA-1A26-74FA415D24BF}"/>
              </a:ext>
            </a:extLst>
          </p:cNvPr>
          <p:cNvSpPr txBox="1">
            <a:spLocks/>
          </p:cNvSpPr>
          <p:nvPr/>
        </p:nvSpPr>
        <p:spPr>
          <a:xfrm>
            <a:off x="1553905" y="4898372"/>
            <a:ext cx="9075528" cy="542463"/>
          </a:xfrm>
          <a:prstGeom prst="rect">
            <a:avLst/>
          </a:prstGeom>
        </p:spPr>
        <p:txBody>
          <a:bodyPr/>
          <a:lstStyle>
            <a:lvl1pPr algn="ctr" defTabSz="914400" rtl="0" eaLnBrk="1" latinLnBrk="0" hangingPunct="1">
              <a:spcBef>
                <a:spcPct val="0"/>
              </a:spcBef>
              <a:buNone/>
              <a:defRPr sz="2400" b="1" kern="1200">
                <a:solidFill>
                  <a:schemeClr val="bg1"/>
                </a:solidFill>
                <a:latin typeface="Lato" panose="020F0502020204030203" pitchFamily="34" charset="0"/>
                <a:ea typeface="Open Sans" panose="020B0606030504020204" pitchFamily="34" charset="0"/>
                <a:cs typeface="Open Sans" panose="020B0606030504020204" pitchFamily="34" charset="0"/>
              </a:defRPr>
            </a:lvl1pPr>
          </a:lstStyle>
          <a:p>
            <a:r>
              <a:rPr lang="es-ES" sz="2881" dirty="0" err="1"/>
              <a:t>Corporate</a:t>
            </a:r>
            <a:r>
              <a:rPr lang="es-ES" sz="2881" dirty="0"/>
              <a:t> </a:t>
            </a:r>
            <a:r>
              <a:rPr lang="es-ES" sz="2881" dirty="0" err="1"/>
              <a:t>Overview</a:t>
            </a:r>
            <a:endParaRPr lang="es-ES" sz="2881" dirty="0"/>
          </a:p>
        </p:txBody>
      </p:sp>
      <p:sp>
        <p:nvSpPr>
          <p:cNvPr id="12" name="Rectángulo 11">
            <a:extLst>
              <a:ext uri="{FF2B5EF4-FFF2-40B4-BE49-F238E27FC236}">
                <a16:creationId xmlns:a16="http://schemas.microsoft.com/office/drawing/2014/main" id="{686DCE77-82D5-5CB5-2FB4-402C8F3AE2F8}"/>
              </a:ext>
            </a:extLst>
          </p:cNvPr>
          <p:cNvSpPr/>
          <p:nvPr/>
        </p:nvSpPr>
        <p:spPr>
          <a:xfrm>
            <a:off x="1040196" y="836280"/>
            <a:ext cx="10111609" cy="5185440"/>
          </a:xfrm>
          <a:prstGeom prst="rect">
            <a:avLst/>
          </a:prstGeom>
          <a:solidFill>
            <a:srgbClr val="414C59">
              <a:alpha val="70000"/>
            </a:srgbClr>
          </a:solidFill>
          <a:ln w="0">
            <a:noFill/>
          </a:ln>
        </p:spPr>
        <p:style>
          <a:lnRef idx="0">
            <a:scrgbClr r="0" g="0" b="0"/>
          </a:lnRef>
          <a:fillRef idx="0">
            <a:scrgbClr r="0" g="0" b="0"/>
          </a:fillRef>
          <a:effectRef idx="0">
            <a:scrgbClr r="0" g="0" b="0"/>
          </a:effectRef>
          <a:fontRef idx="minor"/>
        </p:style>
        <p:txBody>
          <a:bodyPr/>
          <a:lstStyle/>
          <a:p>
            <a:endParaRPr lang="en-GB" sz="2161"/>
          </a:p>
        </p:txBody>
      </p:sp>
      <p:sp>
        <p:nvSpPr>
          <p:cNvPr id="10" name="Rectángulo 9">
            <a:extLst>
              <a:ext uri="{FF2B5EF4-FFF2-40B4-BE49-F238E27FC236}">
                <a16:creationId xmlns:a16="http://schemas.microsoft.com/office/drawing/2014/main" id="{800E49D6-3B64-BEA4-4CE6-1200997F33AD}"/>
              </a:ext>
            </a:extLst>
          </p:cNvPr>
          <p:cNvSpPr/>
          <p:nvPr/>
        </p:nvSpPr>
        <p:spPr>
          <a:xfrm>
            <a:off x="1040196" y="4466203"/>
            <a:ext cx="10111609" cy="1555517"/>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2" dirty="0"/>
          </a:p>
        </p:txBody>
      </p:sp>
      <p:pic>
        <p:nvPicPr>
          <p:cNvPr id="14" name="Imagen 13">
            <a:extLst>
              <a:ext uri="{FF2B5EF4-FFF2-40B4-BE49-F238E27FC236}">
                <a16:creationId xmlns:a16="http://schemas.microsoft.com/office/drawing/2014/main" id="{A776B2BF-6F7D-2656-9A6A-B88ECE1821B2}"/>
              </a:ext>
            </a:extLst>
          </p:cNvPr>
          <p:cNvPicPr>
            <a:picLocks noChangeAspect="1"/>
          </p:cNvPicPr>
          <p:nvPr/>
        </p:nvPicPr>
        <p:blipFill>
          <a:blip r:embed="rId4"/>
          <a:stretch>
            <a:fillRect/>
          </a:stretch>
        </p:blipFill>
        <p:spPr>
          <a:xfrm>
            <a:off x="4669846" y="2499740"/>
            <a:ext cx="2852309" cy="817483"/>
          </a:xfrm>
          <a:prstGeom prst="rect">
            <a:avLst/>
          </a:prstGeom>
        </p:spPr>
      </p:pic>
      <p:sp>
        <p:nvSpPr>
          <p:cNvPr id="15" name="Título 11">
            <a:extLst>
              <a:ext uri="{FF2B5EF4-FFF2-40B4-BE49-F238E27FC236}">
                <a16:creationId xmlns:a16="http://schemas.microsoft.com/office/drawing/2014/main" id="{036DEC32-3235-EA3A-EAE8-526DB78379FB}"/>
              </a:ext>
            </a:extLst>
          </p:cNvPr>
          <p:cNvSpPr txBox="1">
            <a:spLocks/>
          </p:cNvSpPr>
          <p:nvPr/>
        </p:nvSpPr>
        <p:spPr>
          <a:xfrm>
            <a:off x="1736836" y="5081303"/>
            <a:ext cx="9075528" cy="542463"/>
          </a:xfrm>
          <a:prstGeom prst="rect">
            <a:avLst/>
          </a:prstGeom>
        </p:spPr>
        <p:txBody>
          <a:bodyPr/>
          <a:lstStyle>
            <a:lvl1pPr algn="ctr" defTabSz="914400" rtl="0" eaLnBrk="1" latinLnBrk="0" hangingPunct="1">
              <a:spcBef>
                <a:spcPct val="0"/>
              </a:spcBef>
              <a:buNone/>
              <a:defRPr sz="2400" b="1" kern="1200">
                <a:solidFill>
                  <a:schemeClr val="bg1"/>
                </a:solidFill>
                <a:latin typeface="Lato" panose="020F0502020204030203" pitchFamily="34" charset="0"/>
                <a:ea typeface="Open Sans" panose="020B0606030504020204" pitchFamily="34" charset="0"/>
                <a:cs typeface="Open Sans" panose="020B0606030504020204" pitchFamily="34" charset="0"/>
              </a:defRPr>
            </a:lvl1pPr>
          </a:lstStyle>
          <a:p>
            <a:r>
              <a:rPr lang="es-ES" sz="2881" dirty="0"/>
              <a:t>eInvoicing in Malaysia</a:t>
            </a:r>
          </a:p>
        </p:txBody>
      </p:sp>
      <p:sp>
        <p:nvSpPr>
          <p:cNvPr id="4" name="Google Shape;373;p2">
            <a:extLst>
              <a:ext uri="{FF2B5EF4-FFF2-40B4-BE49-F238E27FC236}">
                <a16:creationId xmlns:a16="http://schemas.microsoft.com/office/drawing/2014/main" id="{BEFECD17-E85A-2D49-CFD2-15B2398BAAFC}"/>
              </a:ext>
            </a:extLst>
          </p:cNvPr>
          <p:cNvSpPr txBox="1"/>
          <p:nvPr/>
        </p:nvSpPr>
        <p:spPr>
          <a:xfrm>
            <a:off x="1812880" y="5486167"/>
            <a:ext cx="9338925" cy="443372"/>
          </a:xfrm>
          <a:prstGeom prst="rect">
            <a:avLst/>
          </a:prstGeom>
          <a:noFill/>
          <a:ln>
            <a:noFill/>
          </a:ln>
        </p:spPr>
        <p:txBody>
          <a:bodyPr spcFirstLastPara="1" wrap="square" lIns="131725" tIns="65844" rIns="131725" bIns="65844" anchor="t" anchorCtr="0">
            <a:noAutofit/>
          </a:bodyPr>
          <a:lstStyle/>
          <a:p>
            <a:pPr algn="ctr" defTabSz="1317394">
              <a:buClr>
                <a:srgbClr val="7CA1BC"/>
              </a:buClr>
              <a:buSzPts val="1400"/>
              <a:defRPr/>
            </a:pPr>
            <a:endParaRPr sz="2017" kern="0" dirty="0">
              <a:solidFill>
                <a:srgbClr val="7CA1BC"/>
              </a:solidFill>
              <a:latin typeface="Open Sans"/>
              <a:ea typeface="Open Sans"/>
              <a:cs typeface="Open Sans"/>
              <a:sym typeface="Open Sans"/>
            </a:endParaRPr>
          </a:p>
        </p:txBody>
      </p:sp>
    </p:spTree>
    <p:extLst>
      <p:ext uri="{BB962C8B-B14F-4D97-AF65-F5344CB8AC3E}">
        <p14:creationId xmlns:p14="http://schemas.microsoft.com/office/powerpoint/2010/main" val="152996806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0D8376CF-4991-4246-B105-2A1498D2AEEC}"/>
              </a:ext>
            </a:extLst>
          </p:cNvPr>
          <p:cNvSpPr/>
          <p:nvPr/>
        </p:nvSpPr>
        <p:spPr>
          <a:xfrm>
            <a:off x="213" y="749558"/>
            <a:ext cx="3243475" cy="61084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pic>
        <p:nvPicPr>
          <p:cNvPr id="11" name="Imagen 10">
            <a:extLst>
              <a:ext uri="{FF2B5EF4-FFF2-40B4-BE49-F238E27FC236}">
                <a16:creationId xmlns:a16="http://schemas.microsoft.com/office/drawing/2014/main" id="{DA8413F3-7D54-4DAA-A423-5ECE335710A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213" y="753650"/>
            <a:ext cx="3243475" cy="2588918"/>
          </a:xfrm>
          <a:prstGeom prst="rect">
            <a:avLst/>
          </a:prstGeom>
        </p:spPr>
      </p:pic>
      <p:sp>
        <p:nvSpPr>
          <p:cNvPr id="2" name="Rectángulo 1">
            <a:extLst>
              <a:ext uri="{FF2B5EF4-FFF2-40B4-BE49-F238E27FC236}">
                <a16:creationId xmlns:a16="http://schemas.microsoft.com/office/drawing/2014/main" id="{1F99F2CE-ADD8-4770-A386-A0BCFD4259E8}"/>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cxnSp>
        <p:nvCxnSpPr>
          <p:cNvPr id="3" name="Conector recto 2">
            <a:extLst>
              <a:ext uri="{FF2B5EF4-FFF2-40B4-BE49-F238E27FC236}">
                <a16:creationId xmlns:a16="http://schemas.microsoft.com/office/drawing/2014/main" id="{433ED5F1-2297-489C-9D22-BBD0A2D68EEA}"/>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sp>
        <p:nvSpPr>
          <p:cNvPr id="4" name="Marcador de texto 18">
            <a:extLst>
              <a:ext uri="{FF2B5EF4-FFF2-40B4-BE49-F238E27FC236}">
                <a16:creationId xmlns:a16="http://schemas.microsoft.com/office/drawing/2014/main" id="{ECE56F39-F37C-4C16-9866-B01E08094574}"/>
              </a:ext>
            </a:extLst>
          </p:cNvPr>
          <p:cNvSpPr txBox="1">
            <a:spLocks/>
          </p:cNvSpPr>
          <p:nvPr/>
        </p:nvSpPr>
        <p:spPr>
          <a:xfrm>
            <a:off x="305097" y="156143"/>
            <a:ext cx="9853493" cy="470695"/>
          </a:xfrm>
          <a:prstGeom prst="rect">
            <a:avLst/>
          </a:prstGeom>
        </p:spPr>
        <p:txBody>
          <a:bodyPr/>
          <a:lstStyle>
            <a:lvl1pPr marL="0" indent="0" algn="l" defTabSz="914400" rtl="0" eaLnBrk="1" latinLnBrk="0" hangingPunct="1">
              <a:spcBef>
                <a:spcPct val="20000"/>
              </a:spcBef>
              <a:buFont typeface="Arial" pitchFamily="34" charset="0"/>
              <a:buNone/>
              <a:defRPr sz="1800" b="0" kern="1200">
                <a:solidFill>
                  <a:schemeClr val="bg1"/>
                </a:solidFill>
                <a:latin typeface="Lato" panose="020F0502020204030203"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161" dirty="0"/>
              <a:t>Malaysia: eInvoicing</a:t>
            </a:r>
          </a:p>
        </p:txBody>
      </p:sp>
      <p:pic>
        <p:nvPicPr>
          <p:cNvPr id="5" name="Imagen 4">
            <a:extLst>
              <a:ext uri="{FF2B5EF4-FFF2-40B4-BE49-F238E27FC236}">
                <a16:creationId xmlns:a16="http://schemas.microsoft.com/office/drawing/2014/main" id="{E9532FEB-27AB-465D-9201-D559AEB7B2D6}"/>
              </a:ext>
            </a:extLst>
          </p:cNvPr>
          <p:cNvPicPr>
            <a:picLocks noChangeAspect="1"/>
          </p:cNvPicPr>
          <p:nvPr/>
        </p:nvPicPr>
        <p:blipFill>
          <a:blip r:embed="rId4"/>
          <a:stretch>
            <a:fillRect/>
          </a:stretch>
        </p:blipFill>
        <p:spPr>
          <a:xfrm>
            <a:off x="10482789" y="178278"/>
            <a:ext cx="1374930" cy="367348"/>
          </a:xfrm>
          <a:prstGeom prst="rect">
            <a:avLst/>
          </a:prstGeom>
        </p:spPr>
      </p:pic>
      <p:sp>
        <p:nvSpPr>
          <p:cNvPr id="6" name="Marcador de texto 23">
            <a:extLst>
              <a:ext uri="{FF2B5EF4-FFF2-40B4-BE49-F238E27FC236}">
                <a16:creationId xmlns:a16="http://schemas.microsoft.com/office/drawing/2014/main" id="{DD6F299E-6D1E-4B3E-9D67-E37432978D67}"/>
              </a:ext>
            </a:extLst>
          </p:cNvPr>
          <p:cNvSpPr txBox="1">
            <a:spLocks/>
          </p:cNvSpPr>
          <p:nvPr/>
        </p:nvSpPr>
        <p:spPr>
          <a:xfrm>
            <a:off x="264660" y="3597778"/>
            <a:ext cx="2806163" cy="1732762"/>
          </a:xfrm>
          <a:prstGeom prst="rect">
            <a:avLst/>
          </a:prstGeom>
        </p:spPr>
        <p:txBody>
          <a:bodyPr/>
          <a:lstStyle>
            <a:lvl1pPr marL="0" indent="0" algn="l" defTabSz="914400" rtl="0" eaLnBrk="1" latinLnBrk="0" hangingPunct="1">
              <a:spcBef>
                <a:spcPct val="20000"/>
              </a:spcBef>
              <a:buFont typeface="Arial" pitchFamily="34" charset="0"/>
              <a:buNone/>
              <a:defRPr sz="2000" b="1" kern="1200">
                <a:solidFill>
                  <a:srgbClr val="343B4A"/>
                </a:solidFill>
                <a:latin typeface="Lato" panose="020F050202020403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401" dirty="0"/>
              <a:t>Malaysia</a:t>
            </a:r>
          </a:p>
          <a:p>
            <a:r>
              <a:rPr lang="es-ES" sz="2161" b="0" dirty="0"/>
              <a:t>Implementation of eInvoicing</a:t>
            </a:r>
          </a:p>
        </p:txBody>
      </p:sp>
      <p:sp>
        <p:nvSpPr>
          <p:cNvPr id="7" name="TextBox 6">
            <a:extLst>
              <a:ext uri="{FF2B5EF4-FFF2-40B4-BE49-F238E27FC236}">
                <a16:creationId xmlns:a16="http://schemas.microsoft.com/office/drawing/2014/main" id="{BE318E54-1602-495A-60CC-D205C9D99DDE}"/>
              </a:ext>
            </a:extLst>
          </p:cNvPr>
          <p:cNvSpPr txBox="1"/>
          <p:nvPr/>
        </p:nvSpPr>
        <p:spPr>
          <a:xfrm>
            <a:off x="4021593" y="1123399"/>
            <a:ext cx="7519724" cy="2677656"/>
          </a:xfrm>
          <a:prstGeom prst="rect">
            <a:avLst/>
          </a:prstGeom>
          <a:noFill/>
        </p:spPr>
        <p:txBody>
          <a:bodyPr wrap="square" rtlCol="0">
            <a:spAutoFit/>
          </a:bodyPr>
          <a:lstStyle/>
          <a:p>
            <a:pPr algn="l"/>
            <a:r>
              <a:rPr lang="es-ES" sz="1680" u="sng" dirty="0">
                <a:solidFill>
                  <a:srgbClr val="343B4A"/>
                </a:solidFill>
                <a:latin typeface="Open Sans" panose="020B0606030504020204" pitchFamily="34" charset="0"/>
                <a:ea typeface="Open Sans" panose="020B0606030504020204" pitchFamily="34" charset="0"/>
                <a:cs typeface="Open Sans" panose="020B0606030504020204" pitchFamily="34" charset="0"/>
              </a:rPr>
              <a:t>Implementation of eInvoicing</a:t>
            </a:r>
          </a:p>
          <a:p>
            <a:pPr algn="l"/>
            <a:endPar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algn="l"/>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Tax authority: </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Inland Revenue Board (IRB)</a:t>
            </a:r>
          </a:p>
          <a:p>
            <a:pPr algn="l"/>
            <a:endPar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E-Invoice Guideline Year 2023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published</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21st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July</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2023</a:t>
            </a:r>
          </a:p>
          <a:p>
            <a:pPr marL="342986" indent="-342986">
              <a:buFont typeface="Arial" panose="020B0604020202020204" pitchFamily="34" charset="0"/>
              <a:buChar char="•"/>
            </a:pP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Version</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2.1.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published</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on 28</a:t>
            </a:r>
            <a:r>
              <a:rPr lang="en-GB" sz="1680" baseline="3000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th</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October</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2023</a:t>
            </a:r>
          </a:p>
          <a:p>
            <a:pPr marL="342986" indent="-342986">
              <a:buFont typeface="Arial" panose="020B0604020202020204" pitchFamily="34" charset="0"/>
              <a:buChar char="•"/>
            </a:pP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Version</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2.2.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published</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on 9</a:t>
            </a:r>
            <a:r>
              <a:rPr lang="en-GB" sz="1680" baseline="3000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th</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February</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2024</a:t>
            </a:r>
          </a:p>
          <a:p>
            <a:pPr marL="342986" indent="-342986">
              <a:buFont typeface="Arial" panose="020B0604020202020204" pitchFamily="34" charset="0"/>
              <a:buChar char="•"/>
            </a:pPr>
            <a:r>
              <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SDK (beta version) published on 9</a:t>
            </a:r>
            <a:r>
              <a:rPr lang="en-GB" sz="1680" baseline="3000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th</a:t>
            </a:r>
            <a:r>
              <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February 2024</a:t>
            </a:r>
          </a:p>
          <a:p>
            <a:pPr marL="342986" indent="-342986">
              <a:buFont typeface="Arial" panose="020B0604020202020204" pitchFamily="34" charset="0"/>
              <a:buChar char="•"/>
            </a:pPr>
            <a:r>
              <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Version 2.3. published on 6</a:t>
            </a:r>
            <a:r>
              <a:rPr lang="en-GB" sz="1680" baseline="3000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th</a:t>
            </a:r>
            <a:r>
              <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of April</a:t>
            </a:r>
          </a:p>
          <a:p>
            <a:pPr marL="342986" indent="-342986">
              <a:buFont typeface="Arial" panose="020B0604020202020204" pitchFamily="34" charset="0"/>
              <a:buChar char="•"/>
            </a:pPr>
            <a:r>
              <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SDK version 1.0. published on 6</a:t>
            </a:r>
            <a:r>
              <a:rPr lang="en-GB" sz="1680" baseline="3000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th</a:t>
            </a:r>
            <a:r>
              <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of April</a:t>
            </a:r>
            <a:endPar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Box 16">
            <a:extLst>
              <a:ext uri="{FF2B5EF4-FFF2-40B4-BE49-F238E27FC236}">
                <a16:creationId xmlns:a16="http://schemas.microsoft.com/office/drawing/2014/main" id="{B9F4624D-25B3-17F5-7B20-DF64329D6CFF}"/>
              </a:ext>
            </a:extLst>
          </p:cNvPr>
          <p:cNvSpPr txBox="1"/>
          <p:nvPr/>
        </p:nvSpPr>
        <p:spPr>
          <a:xfrm>
            <a:off x="4021593" y="4004987"/>
            <a:ext cx="7087556" cy="2677656"/>
          </a:xfrm>
          <a:prstGeom prst="rect">
            <a:avLst/>
          </a:prstGeom>
          <a:noFill/>
        </p:spPr>
        <p:txBody>
          <a:bodyPr wrap="square" rtlCol="0">
            <a:spAutoFit/>
          </a:bodyPr>
          <a:lstStyle/>
          <a:p>
            <a:pPr algn="l"/>
            <a:r>
              <a:rPr lang="es-ES" sz="1680" u="sng" dirty="0">
                <a:solidFill>
                  <a:srgbClr val="343B4A"/>
                </a:solidFill>
                <a:latin typeface="Open Sans" panose="020B0606030504020204" pitchFamily="34" charset="0"/>
                <a:ea typeface="Open Sans" panose="020B0606030504020204" pitchFamily="34" charset="0"/>
                <a:cs typeface="Open Sans" panose="020B0606030504020204" pitchFamily="34" charset="0"/>
              </a:rPr>
              <a:t>To whom does it apply?</a:t>
            </a:r>
          </a:p>
          <a:p>
            <a:pPr algn="l"/>
            <a:endParaRPr lang="es-ES" sz="1680" u="sng"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algn="l"/>
            <a:r>
              <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All taxpayers undertaking commercial activities in Malaysia as listed </a:t>
            </a:r>
            <a:r>
              <a:rPr lang="en-U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under section 1.3. of the </a:t>
            </a:r>
            <a:r>
              <a:rPr lang="en-U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hlinkClick r:id="rId5"/>
              </a:rPr>
              <a:t>Guideline</a:t>
            </a:r>
            <a:r>
              <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p>
          <a:p>
            <a:pPr algn="l"/>
            <a:endPar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algn="l"/>
            <a:r>
              <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Both local and international transactions</a:t>
            </a:r>
          </a:p>
          <a:p>
            <a:pPr algn="l"/>
            <a:endPar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algn="l"/>
            <a:r>
              <a:rPr lang="en-GB"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B2B, B2C </a:t>
            </a:r>
            <a:r>
              <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and</a:t>
            </a:r>
            <a:r>
              <a:rPr lang="en-GB"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B2G </a:t>
            </a:r>
            <a:r>
              <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transactions </a:t>
            </a:r>
          </a:p>
          <a:p>
            <a:pPr algn="l"/>
            <a:endPar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algn="l"/>
            <a:endPar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3046243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0D8376CF-4991-4246-B105-2A1498D2AEEC}"/>
              </a:ext>
            </a:extLst>
          </p:cNvPr>
          <p:cNvSpPr/>
          <p:nvPr/>
        </p:nvSpPr>
        <p:spPr>
          <a:xfrm>
            <a:off x="213" y="749558"/>
            <a:ext cx="3243475" cy="61084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pic>
        <p:nvPicPr>
          <p:cNvPr id="11" name="Imagen 10">
            <a:extLst>
              <a:ext uri="{FF2B5EF4-FFF2-40B4-BE49-F238E27FC236}">
                <a16:creationId xmlns:a16="http://schemas.microsoft.com/office/drawing/2014/main" id="{DA8413F3-7D54-4DAA-A423-5ECE335710A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213" y="753650"/>
            <a:ext cx="3243475" cy="2588918"/>
          </a:xfrm>
          <a:prstGeom prst="rect">
            <a:avLst/>
          </a:prstGeom>
        </p:spPr>
      </p:pic>
      <p:sp>
        <p:nvSpPr>
          <p:cNvPr id="2" name="Rectángulo 1">
            <a:extLst>
              <a:ext uri="{FF2B5EF4-FFF2-40B4-BE49-F238E27FC236}">
                <a16:creationId xmlns:a16="http://schemas.microsoft.com/office/drawing/2014/main" id="{1F99F2CE-ADD8-4770-A386-A0BCFD4259E8}"/>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cxnSp>
        <p:nvCxnSpPr>
          <p:cNvPr id="3" name="Conector recto 2">
            <a:extLst>
              <a:ext uri="{FF2B5EF4-FFF2-40B4-BE49-F238E27FC236}">
                <a16:creationId xmlns:a16="http://schemas.microsoft.com/office/drawing/2014/main" id="{433ED5F1-2297-489C-9D22-BBD0A2D68EEA}"/>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sp>
        <p:nvSpPr>
          <p:cNvPr id="4" name="Marcador de texto 18">
            <a:extLst>
              <a:ext uri="{FF2B5EF4-FFF2-40B4-BE49-F238E27FC236}">
                <a16:creationId xmlns:a16="http://schemas.microsoft.com/office/drawing/2014/main" id="{ECE56F39-F37C-4C16-9866-B01E08094574}"/>
              </a:ext>
            </a:extLst>
          </p:cNvPr>
          <p:cNvSpPr txBox="1">
            <a:spLocks/>
          </p:cNvSpPr>
          <p:nvPr/>
        </p:nvSpPr>
        <p:spPr>
          <a:xfrm>
            <a:off x="305097" y="156143"/>
            <a:ext cx="9853493" cy="470695"/>
          </a:xfrm>
          <a:prstGeom prst="rect">
            <a:avLst/>
          </a:prstGeom>
        </p:spPr>
        <p:txBody>
          <a:bodyPr/>
          <a:lstStyle>
            <a:lvl1pPr marL="0" indent="0" algn="l" defTabSz="914400" rtl="0" eaLnBrk="1" latinLnBrk="0" hangingPunct="1">
              <a:spcBef>
                <a:spcPct val="20000"/>
              </a:spcBef>
              <a:buFont typeface="Arial" pitchFamily="34" charset="0"/>
              <a:buNone/>
              <a:defRPr sz="1800" b="0" kern="1200">
                <a:solidFill>
                  <a:schemeClr val="bg1"/>
                </a:solidFill>
                <a:latin typeface="Lato" panose="020F0502020204030203"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161" dirty="0"/>
              <a:t>Malaysia: eInvoicing</a:t>
            </a:r>
          </a:p>
        </p:txBody>
      </p:sp>
      <p:pic>
        <p:nvPicPr>
          <p:cNvPr id="5" name="Imagen 4">
            <a:extLst>
              <a:ext uri="{FF2B5EF4-FFF2-40B4-BE49-F238E27FC236}">
                <a16:creationId xmlns:a16="http://schemas.microsoft.com/office/drawing/2014/main" id="{E9532FEB-27AB-465D-9201-D559AEB7B2D6}"/>
              </a:ext>
            </a:extLst>
          </p:cNvPr>
          <p:cNvPicPr>
            <a:picLocks noChangeAspect="1"/>
          </p:cNvPicPr>
          <p:nvPr/>
        </p:nvPicPr>
        <p:blipFill>
          <a:blip r:embed="rId4"/>
          <a:stretch>
            <a:fillRect/>
          </a:stretch>
        </p:blipFill>
        <p:spPr>
          <a:xfrm>
            <a:off x="10482789" y="178278"/>
            <a:ext cx="1374930" cy="367348"/>
          </a:xfrm>
          <a:prstGeom prst="rect">
            <a:avLst/>
          </a:prstGeom>
        </p:spPr>
      </p:pic>
      <p:sp>
        <p:nvSpPr>
          <p:cNvPr id="6" name="Marcador de texto 23">
            <a:extLst>
              <a:ext uri="{FF2B5EF4-FFF2-40B4-BE49-F238E27FC236}">
                <a16:creationId xmlns:a16="http://schemas.microsoft.com/office/drawing/2014/main" id="{DD6F299E-6D1E-4B3E-9D67-E37432978D67}"/>
              </a:ext>
            </a:extLst>
          </p:cNvPr>
          <p:cNvSpPr txBox="1">
            <a:spLocks/>
          </p:cNvSpPr>
          <p:nvPr/>
        </p:nvSpPr>
        <p:spPr>
          <a:xfrm>
            <a:off x="264660" y="3597778"/>
            <a:ext cx="2806163" cy="1732762"/>
          </a:xfrm>
          <a:prstGeom prst="rect">
            <a:avLst/>
          </a:prstGeom>
        </p:spPr>
        <p:txBody>
          <a:bodyPr/>
          <a:lstStyle>
            <a:lvl1pPr marL="0" indent="0" algn="l" defTabSz="914400" rtl="0" eaLnBrk="1" latinLnBrk="0" hangingPunct="1">
              <a:spcBef>
                <a:spcPct val="20000"/>
              </a:spcBef>
              <a:buFont typeface="Arial" pitchFamily="34" charset="0"/>
              <a:buNone/>
              <a:defRPr sz="2000" b="1" kern="1200">
                <a:solidFill>
                  <a:srgbClr val="343B4A"/>
                </a:solidFill>
                <a:latin typeface="Lato" panose="020F050202020403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401" dirty="0"/>
              <a:t>Malaysia</a:t>
            </a:r>
          </a:p>
          <a:p>
            <a:r>
              <a:rPr lang="es-ES" sz="2161" b="0" dirty="0"/>
              <a:t>Implementation of eInvoicing</a:t>
            </a:r>
          </a:p>
        </p:txBody>
      </p:sp>
      <p:sp>
        <p:nvSpPr>
          <p:cNvPr id="7" name="TextBox 6">
            <a:extLst>
              <a:ext uri="{FF2B5EF4-FFF2-40B4-BE49-F238E27FC236}">
                <a16:creationId xmlns:a16="http://schemas.microsoft.com/office/drawing/2014/main" id="{BE318E54-1602-495A-60CC-D205C9D99DDE}"/>
              </a:ext>
            </a:extLst>
          </p:cNvPr>
          <p:cNvSpPr txBox="1"/>
          <p:nvPr/>
        </p:nvSpPr>
        <p:spPr>
          <a:xfrm>
            <a:off x="3973495" y="1754000"/>
            <a:ext cx="7519724" cy="3157788"/>
          </a:xfrm>
          <a:prstGeom prst="rect">
            <a:avLst/>
          </a:prstGeom>
          <a:noFill/>
        </p:spPr>
        <p:txBody>
          <a:bodyPr wrap="square" rtlCol="0">
            <a:spAutoFit/>
          </a:bodyPr>
          <a:lstStyle/>
          <a:p>
            <a:pPr algn="l"/>
            <a:r>
              <a:rPr lang="es-ES" sz="1680" u="sng" dirty="0">
                <a:solidFill>
                  <a:srgbClr val="343B4A"/>
                </a:solidFill>
                <a:latin typeface="Open Sans" panose="020B0606030504020204" pitchFamily="34" charset="0"/>
                <a:ea typeface="Open Sans" panose="020B0606030504020204" pitchFamily="34" charset="0"/>
                <a:cs typeface="Open Sans" panose="020B0606030504020204" pitchFamily="34" charset="0"/>
              </a:rPr>
              <a:t>Deadlines</a:t>
            </a:r>
          </a:p>
          <a:p>
            <a:pPr algn="l"/>
            <a:endPar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August </a:t>
            </a:r>
            <a:r>
              <a:rPr lang="en-GB"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1</a:t>
            </a:r>
            <a:r>
              <a:rPr lang="en-GB" sz="1680" b="1" baseline="3000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st</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2024: </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for taxpayer with an annual turnover or revenue over </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RM100 Million </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(approx. 20 Million Euros) </a:t>
            </a:r>
          </a:p>
          <a:p>
            <a:pPr marL="342986" indent="-342986">
              <a:buFont typeface="Arial" panose="020B0604020202020204" pitchFamily="34" charset="0"/>
              <a:buChar char="•"/>
            </a:pPr>
            <a:endPar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r>
              <a:rPr lang="es-ES" sz="1680" b="1"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January</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n-GB"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1</a:t>
            </a:r>
            <a:r>
              <a:rPr lang="en-GB" sz="1680" b="1" baseline="3000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st</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2025: </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for taxpayer with an annual turnover or revenue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over</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RM25 </a:t>
            </a:r>
            <a:r>
              <a:rPr lang="es-ES" sz="1680" b="1"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Million</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(approx. 5 Million Euros) </a:t>
            </a:r>
          </a:p>
          <a:p>
            <a:endPar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r>
              <a:rPr lang="en-GB"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July 1</a:t>
            </a:r>
            <a:r>
              <a:rPr lang="en-GB" sz="1680" b="1" baseline="3000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st</a:t>
            </a:r>
            <a:r>
              <a:rPr lang="en-GB"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2025: </a:t>
            </a:r>
            <a:r>
              <a:rPr lang="en-GB"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all taxpayers and certain non-business transactions</a:t>
            </a:r>
          </a:p>
          <a:p>
            <a:endPar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algn="l"/>
            <a:endPar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algn="l"/>
            <a:r>
              <a:rPr lang="es-ES" sz="144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Taxpayers can opt to voluntarily participate in the implementation at an earlier date</a:t>
            </a:r>
          </a:p>
        </p:txBody>
      </p:sp>
    </p:spTree>
    <p:extLst>
      <p:ext uri="{BB962C8B-B14F-4D97-AF65-F5344CB8AC3E}">
        <p14:creationId xmlns:p14="http://schemas.microsoft.com/office/powerpoint/2010/main" val="68491266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0D8376CF-4991-4246-B105-2A1498D2AEEC}"/>
              </a:ext>
            </a:extLst>
          </p:cNvPr>
          <p:cNvSpPr/>
          <p:nvPr/>
        </p:nvSpPr>
        <p:spPr>
          <a:xfrm>
            <a:off x="213" y="749558"/>
            <a:ext cx="3243475" cy="61084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pic>
        <p:nvPicPr>
          <p:cNvPr id="11" name="Imagen 10">
            <a:extLst>
              <a:ext uri="{FF2B5EF4-FFF2-40B4-BE49-F238E27FC236}">
                <a16:creationId xmlns:a16="http://schemas.microsoft.com/office/drawing/2014/main" id="{DA8413F3-7D54-4DAA-A423-5ECE335710A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213" y="753650"/>
            <a:ext cx="3243475" cy="2588918"/>
          </a:xfrm>
          <a:prstGeom prst="rect">
            <a:avLst/>
          </a:prstGeom>
        </p:spPr>
      </p:pic>
      <p:sp>
        <p:nvSpPr>
          <p:cNvPr id="2" name="Rectángulo 1">
            <a:extLst>
              <a:ext uri="{FF2B5EF4-FFF2-40B4-BE49-F238E27FC236}">
                <a16:creationId xmlns:a16="http://schemas.microsoft.com/office/drawing/2014/main" id="{1F99F2CE-ADD8-4770-A386-A0BCFD4259E8}"/>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cxnSp>
        <p:nvCxnSpPr>
          <p:cNvPr id="3" name="Conector recto 2">
            <a:extLst>
              <a:ext uri="{FF2B5EF4-FFF2-40B4-BE49-F238E27FC236}">
                <a16:creationId xmlns:a16="http://schemas.microsoft.com/office/drawing/2014/main" id="{433ED5F1-2297-489C-9D22-BBD0A2D68EEA}"/>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sp>
        <p:nvSpPr>
          <p:cNvPr id="4" name="Marcador de texto 18">
            <a:extLst>
              <a:ext uri="{FF2B5EF4-FFF2-40B4-BE49-F238E27FC236}">
                <a16:creationId xmlns:a16="http://schemas.microsoft.com/office/drawing/2014/main" id="{ECE56F39-F37C-4C16-9866-B01E08094574}"/>
              </a:ext>
            </a:extLst>
          </p:cNvPr>
          <p:cNvSpPr txBox="1">
            <a:spLocks/>
          </p:cNvSpPr>
          <p:nvPr/>
        </p:nvSpPr>
        <p:spPr>
          <a:xfrm>
            <a:off x="305097" y="156143"/>
            <a:ext cx="9853493" cy="470695"/>
          </a:xfrm>
          <a:prstGeom prst="rect">
            <a:avLst/>
          </a:prstGeom>
        </p:spPr>
        <p:txBody>
          <a:bodyPr/>
          <a:lstStyle>
            <a:lvl1pPr marL="0" indent="0" algn="l" defTabSz="914400" rtl="0" eaLnBrk="1" latinLnBrk="0" hangingPunct="1">
              <a:spcBef>
                <a:spcPct val="20000"/>
              </a:spcBef>
              <a:buFont typeface="Arial" pitchFamily="34" charset="0"/>
              <a:buNone/>
              <a:defRPr sz="1800" b="0" kern="1200">
                <a:solidFill>
                  <a:schemeClr val="bg1"/>
                </a:solidFill>
                <a:latin typeface="Lato" panose="020F0502020204030203"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161" dirty="0"/>
              <a:t>Malaysia: eInvoicing</a:t>
            </a:r>
          </a:p>
        </p:txBody>
      </p:sp>
      <p:pic>
        <p:nvPicPr>
          <p:cNvPr id="5" name="Imagen 4">
            <a:extLst>
              <a:ext uri="{FF2B5EF4-FFF2-40B4-BE49-F238E27FC236}">
                <a16:creationId xmlns:a16="http://schemas.microsoft.com/office/drawing/2014/main" id="{E9532FEB-27AB-465D-9201-D559AEB7B2D6}"/>
              </a:ext>
            </a:extLst>
          </p:cNvPr>
          <p:cNvPicPr>
            <a:picLocks noChangeAspect="1"/>
          </p:cNvPicPr>
          <p:nvPr/>
        </p:nvPicPr>
        <p:blipFill>
          <a:blip r:embed="rId4"/>
          <a:stretch>
            <a:fillRect/>
          </a:stretch>
        </p:blipFill>
        <p:spPr>
          <a:xfrm>
            <a:off x="10482789" y="178278"/>
            <a:ext cx="1374930" cy="367348"/>
          </a:xfrm>
          <a:prstGeom prst="rect">
            <a:avLst/>
          </a:prstGeom>
        </p:spPr>
      </p:pic>
      <p:sp>
        <p:nvSpPr>
          <p:cNvPr id="6" name="Marcador de texto 23">
            <a:extLst>
              <a:ext uri="{FF2B5EF4-FFF2-40B4-BE49-F238E27FC236}">
                <a16:creationId xmlns:a16="http://schemas.microsoft.com/office/drawing/2014/main" id="{DD6F299E-6D1E-4B3E-9D67-E37432978D67}"/>
              </a:ext>
            </a:extLst>
          </p:cNvPr>
          <p:cNvSpPr txBox="1">
            <a:spLocks/>
          </p:cNvSpPr>
          <p:nvPr/>
        </p:nvSpPr>
        <p:spPr>
          <a:xfrm>
            <a:off x="264660" y="3597778"/>
            <a:ext cx="2806163" cy="1732762"/>
          </a:xfrm>
          <a:prstGeom prst="rect">
            <a:avLst/>
          </a:prstGeom>
        </p:spPr>
        <p:txBody>
          <a:bodyPr/>
          <a:lstStyle>
            <a:lvl1pPr marL="0" indent="0" algn="l" defTabSz="914400" rtl="0" eaLnBrk="1" latinLnBrk="0" hangingPunct="1">
              <a:spcBef>
                <a:spcPct val="20000"/>
              </a:spcBef>
              <a:buFont typeface="Arial" pitchFamily="34" charset="0"/>
              <a:buNone/>
              <a:defRPr sz="2000" b="1" kern="1200">
                <a:solidFill>
                  <a:srgbClr val="343B4A"/>
                </a:solidFill>
                <a:latin typeface="Lato" panose="020F050202020403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401" dirty="0"/>
              <a:t>Malaysia</a:t>
            </a:r>
          </a:p>
          <a:p>
            <a:r>
              <a:rPr lang="es-ES" sz="2161" b="0" dirty="0"/>
              <a:t>Implementation of eInvoicing</a:t>
            </a:r>
          </a:p>
        </p:txBody>
      </p:sp>
      <p:sp>
        <p:nvSpPr>
          <p:cNvPr id="7" name="TextBox 6">
            <a:extLst>
              <a:ext uri="{FF2B5EF4-FFF2-40B4-BE49-F238E27FC236}">
                <a16:creationId xmlns:a16="http://schemas.microsoft.com/office/drawing/2014/main" id="{BE318E54-1602-495A-60CC-D205C9D99DDE}"/>
              </a:ext>
            </a:extLst>
          </p:cNvPr>
          <p:cNvSpPr txBox="1"/>
          <p:nvPr/>
        </p:nvSpPr>
        <p:spPr>
          <a:xfrm>
            <a:off x="4021593" y="1441028"/>
            <a:ext cx="7519724" cy="4228850"/>
          </a:xfrm>
          <a:prstGeom prst="rect">
            <a:avLst/>
          </a:prstGeom>
          <a:noFill/>
        </p:spPr>
        <p:txBody>
          <a:bodyPr wrap="square" rtlCol="0">
            <a:spAutoFit/>
          </a:bodyPr>
          <a:lstStyle/>
          <a:p>
            <a:pPr algn="l"/>
            <a:r>
              <a:rPr lang="es-ES" sz="1680" b="1" u="sng" dirty="0" err="1">
                <a:solidFill>
                  <a:srgbClr val="343B4A"/>
                </a:solidFill>
                <a:latin typeface="Open Sans" panose="020B0606030504020204" pitchFamily="34" charset="0"/>
                <a:ea typeface="Open Sans" panose="020B0606030504020204" pitchFamily="34" charset="0"/>
                <a:cs typeface="Open Sans" panose="020B0606030504020204" pitchFamily="34" charset="0"/>
              </a:rPr>
              <a:t>Highlights</a:t>
            </a:r>
            <a:endParaRPr lang="es-ES" sz="1680" b="1" u="sng" dirty="0">
              <a:solidFill>
                <a:srgbClr val="343B4A"/>
              </a:solidFill>
              <a:latin typeface="Open Sans" panose="020B0606030504020204" pitchFamily="34" charset="0"/>
              <a:ea typeface="Open Sans" panose="020B0606030504020204" pitchFamily="34" charset="0"/>
              <a:cs typeface="Open Sans" panose="020B0606030504020204" pitchFamily="34" charset="0"/>
            </a:endParaRPr>
          </a:p>
          <a:p>
            <a:pPr algn="l"/>
            <a:endParaRPr lang="es-ES" sz="1680" b="1" u="sng"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Invoice</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legal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format</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XML/JSON</a:t>
            </a:r>
          </a:p>
          <a:p>
            <a:pPr marL="342986" indent="-342986">
              <a:buFont typeface="Arial" panose="020B0604020202020204" pitchFamily="34" charset="0"/>
              <a:buChar char="•"/>
            </a:pPr>
            <a:endPar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Authentication</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through</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 </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Digital </a:t>
            </a:r>
            <a:r>
              <a:rPr lang="es-ES" sz="1680" b="1"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Certificate</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issued</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by CA</a:t>
            </a:r>
          </a:p>
          <a:p>
            <a:pPr marL="342986" indent="-342986">
              <a:buFont typeface="Arial" panose="020B0604020202020204" pitchFamily="34" charset="0"/>
              <a:buChar char="•"/>
            </a:pPr>
            <a:endPar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Connectivity</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through</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API</a:t>
            </a:r>
          </a:p>
          <a:p>
            <a:pPr marL="342986" indent="-342986">
              <a:buFont typeface="Arial" panose="020B0604020202020204" pitchFamily="34" charset="0"/>
              <a:buChar char="•"/>
            </a:pPr>
            <a:endPar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Clearance</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by IRB: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Unique</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Identifier</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Number</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UID</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 </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Log ID</a:t>
            </a:r>
          </a:p>
          <a:p>
            <a:pPr marL="342986" indent="-342986">
              <a:buFont typeface="Arial" panose="020B0604020202020204" pitchFamily="34" charset="0"/>
              <a:buChar char="•"/>
            </a:pPr>
            <a:endPar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Cleared</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invoice</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to be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delivered</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to the </a:t>
            </a:r>
            <a:r>
              <a:rPr lang="es-ES" sz="1680" b="1"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buyer</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with </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QR </a:t>
            </a:r>
            <a:r>
              <a:rPr lang="es-ES" sz="1680" b="1"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code</a:t>
            </a:r>
            <a:endPar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endPar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r>
              <a:rPr lang="es-ES" sz="1680" b="1"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Rejection</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a:t>
            </a:r>
            <a:r>
              <a:rPr lang="es-ES" sz="1680" b="1"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cancellation</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of</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the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invoice</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within</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72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hours</a:t>
            </a:r>
            <a:endPar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endPar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marL="342986" indent="-342986">
              <a:buFont typeface="Arial" panose="020B0604020202020204" pitchFamily="34" charset="0"/>
              <a:buChar char="•"/>
            </a:pP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After 72-hour </a:t>
            </a:r>
            <a:r>
              <a:rPr lang="es-ES" sz="1680"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timeframe</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b="1"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credit</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note </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b="1"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debit</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note </a:t>
            </a:r>
            <a:r>
              <a:rPr lang="es-ES" sz="1680"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b="1"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refund</a:t>
            </a:r>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r>
              <a:rPr lang="es-ES" sz="1680" b="1" dirty="0" err="1">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invoice</a:t>
            </a:r>
            <a:endPar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algn="l"/>
            <a:r>
              <a:rPr lang="es-ES" sz="1680" b="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  </a:t>
            </a:r>
          </a:p>
        </p:txBody>
      </p:sp>
    </p:spTree>
    <p:extLst>
      <p:ext uri="{BB962C8B-B14F-4D97-AF65-F5344CB8AC3E}">
        <p14:creationId xmlns:p14="http://schemas.microsoft.com/office/powerpoint/2010/main" val="301796975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F99F2CE-ADD8-4770-A386-A0BCFD4259E8}"/>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cxnSp>
        <p:nvCxnSpPr>
          <p:cNvPr id="3" name="Conector recto 2">
            <a:extLst>
              <a:ext uri="{FF2B5EF4-FFF2-40B4-BE49-F238E27FC236}">
                <a16:creationId xmlns:a16="http://schemas.microsoft.com/office/drawing/2014/main" id="{433ED5F1-2297-489C-9D22-BBD0A2D68EEA}"/>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sp>
        <p:nvSpPr>
          <p:cNvPr id="4" name="Marcador de texto 18">
            <a:extLst>
              <a:ext uri="{FF2B5EF4-FFF2-40B4-BE49-F238E27FC236}">
                <a16:creationId xmlns:a16="http://schemas.microsoft.com/office/drawing/2014/main" id="{ECE56F39-F37C-4C16-9866-B01E08094574}"/>
              </a:ext>
            </a:extLst>
          </p:cNvPr>
          <p:cNvSpPr txBox="1">
            <a:spLocks/>
          </p:cNvSpPr>
          <p:nvPr/>
        </p:nvSpPr>
        <p:spPr>
          <a:xfrm>
            <a:off x="305097" y="156143"/>
            <a:ext cx="9853493" cy="470695"/>
          </a:xfrm>
          <a:prstGeom prst="rect">
            <a:avLst/>
          </a:prstGeom>
        </p:spPr>
        <p:txBody>
          <a:bodyPr/>
          <a:lstStyle>
            <a:lvl1pPr marL="0" indent="0" algn="l" defTabSz="914400" rtl="0" eaLnBrk="1" latinLnBrk="0" hangingPunct="1">
              <a:spcBef>
                <a:spcPct val="20000"/>
              </a:spcBef>
              <a:buFont typeface="Arial" pitchFamily="34" charset="0"/>
              <a:buNone/>
              <a:defRPr sz="1800" b="0" kern="1200">
                <a:solidFill>
                  <a:schemeClr val="bg1"/>
                </a:solidFill>
                <a:latin typeface="Lato" panose="020F0502020204030203"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161" dirty="0"/>
              <a:t>Malaysia: eInvoicing</a:t>
            </a:r>
          </a:p>
        </p:txBody>
      </p:sp>
      <p:pic>
        <p:nvPicPr>
          <p:cNvPr id="5" name="Imagen 4">
            <a:extLst>
              <a:ext uri="{FF2B5EF4-FFF2-40B4-BE49-F238E27FC236}">
                <a16:creationId xmlns:a16="http://schemas.microsoft.com/office/drawing/2014/main" id="{E9532FEB-27AB-465D-9201-D559AEB7B2D6}"/>
              </a:ext>
            </a:extLst>
          </p:cNvPr>
          <p:cNvPicPr>
            <a:picLocks noChangeAspect="1"/>
          </p:cNvPicPr>
          <p:nvPr/>
        </p:nvPicPr>
        <p:blipFill>
          <a:blip r:embed="rId3"/>
          <a:stretch>
            <a:fillRect/>
          </a:stretch>
        </p:blipFill>
        <p:spPr>
          <a:xfrm>
            <a:off x="10482789" y="178278"/>
            <a:ext cx="1374930" cy="367348"/>
          </a:xfrm>
          <a:prstGeom prst="rect">
            <a:avLst/>
          </a:prstGeom>
        </p:spPr>
      </p:pic>
      <p:pic>
        <p:nvPicPr>
          <p:cNvPr id="15" name="Picture 14">
            <a:extLst>
              <a:ext uri="{FF2B5EF4-FFF2-40B4-BE49-F238E27FC236}">
                <a16:creationId xmlns:a16="http://schemas.microsoft.com/office/drawing/2014/main" id="{FE529C38-BABF-D949-129B-045DEDCC9B0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690200" y="1098641"/>
            <a:ext cx="8811599" cy="5581081"/>
          </a:xfrm>
          <a:prstGeom prst="rect">
            <a:avLst/>
          </a:prstGeom>
        </p:spPr>
      </p:pic>
    </p:spTree>
    <p:extLst>
      <p:ext uri="{BB962C8B-B14F-4D97-AF65-F5344CB8AC3E}">
        <p14:creationId xmlns:p14="http://schemas.microsoft.com/office/powerpoint/2010/main" val="173447263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F99F2CE-ADD8-4770-A386-A0BCFD4259E8}"/>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cxnSp>
        <p:nvCxnSpPr>
          <p:cNvPr id="3" name="Conector recto 2">
            <a:extLst>
              <a:ext uri="{FF2B5EF4-FFF2-40B4-BE49-F238E27FC236}">
                <a16:creationId xmlns:a16="http://schemas.microsoft.com/office/drawing/2014/main" id="{433ED5F1-2297-489C-9D22-BBD0A2D68EEA}"/>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sp>
        <p:nvSpPr>
          <p:cNvPr id="4" name="Marcador de texto 18">
            <a:extLst>
              <a:ext uri="{FF2B5EF4-FFF2-40B4-BE49-F238E27FC236}">
                <a16:creationId xmlns:a16="http://schemas.microsoft.com/office/drawing/2014/main" id="{ECE56F39-F37C-4C16-9866-B01E08094574}"/>
              </a:ext>
            </a:extLst>
          </p:cNvPr>
          <p:cNvSpPr txBox="1">
            <a:spLocks/>
          </p:cNvSpPr>
          <p:nvPr/>
        </p:nvSpPr>
        <p:spPr>
          <a:xfrm>
            <a:off x="305097" y="156143"/>
            <a:ext cx="9853493" cy="470695"/>
          </a:xfrm>
          <a:prstGeom prst="rect">
            <a:avLst/>
          </a:prstGeom>
        </p:spPr>
        <p:txBody>
          <a:bodyPr/>
          <a:lstStyle>
            <a:lvl1pPr marL="0" indent="0" algn="l" defTabSz="914400" rtl="0" eaLnBrk="1" latinLnBrk="0" hangingPunct="1">
              <a:spcBef>
                <a:spcPct val="20000"/>
              </a:spcBef>
              <a:buFont typeface="Arial" pitchFamily="34" charset="0"/>
              <a:buNone/>
              <a:defRPr sz="1800" b="0" kern="1200">
                <a:solidFill>
                  <a:schemeClr val="bg1"/>
                </a:solidFill>
                <a:latin typeface="Lato" panose="020F0502020204030203"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161" dirty="0"/>
              <a:t>Malaysia: eInvoicing</a:t>
            </a:r>
          </a:p>
        </p:txBody>
      </p:sp>
      <p:pic>
        <p:nvPicPr>
          <p:cNvPr id="5" name="Imagen 4">
            <a:extLst>
              <a:ext uri="{FF2B5EF4-FFF2-40B4-BE49-F238E27FC236}">
                <a16:creationId xmlns:a16="http://schemas.microsoft.com/office/drawing/2014/main" id="{E9532FEB-27AB-465D-9201-D559AEB7B2D6}"/>
              </a:ext>
            </a:extLst>
          </p:cNvPr>
          <p:cNvPicPr>
            <a:picLocks noChangeAspect="1"/>
          </p:cNvPicPr>
          <p:nvPr/>
        </p:nvPicPr>
        <p:blipFill>
          <a:blip r:embed="rId3"/>
          <a:stretch>
            <a:fillRect/>
          </a:stretch>
        </p:blipFill>
        <p:spPr>
          <a:xfrm>
            <a:off x="10482789" y="178278"/>
            <a:ext cx="1374930" cy="367348"/>
          </a:xfrm>
          <a:prstGeom prst="rect">
            <a:avLst/>
          </a:prstGeom>
        </p:spPr>
      </p:pic>
      <p:graphicFrame>
        <p:nvGraphicFramePr>
          <p:cNvPr id="11" name="Table 10">
            <a:extLst>
              <a:ext uri="{FF2B5EF4-FFF2-40B4-BE49-F238E27FC236}">
                <a16:creationId xmlns:a16="http://schemas.microsoft.com/office/drawing/2014/main" id="{5DE86544-93C6-1801-815A-CB7058423C51}"/>
              </a:ext>
            </a:extLst>
          </p:cNvPr>
          <p:cNvGraphicFramePr>
            <a:graphicFrameLocks noGrp="1"/>
          </p:cNvGraphicFramePr>
          <p:nvPr/>
        </p:nvGraphicFramePr>
        <p:xfrm>
          <a:off x="3417664" y="789128"/>
          <a:ext cx="8600145" cy="6073846"/>
        </p:xfrm>
        <a:graphic>
          <a:graphicData uri="http://schemas.openxmlformats.org/drawingml/2006/table">
            <a:tbl>
              <a:tblPr firstRow="1" firstCol="1" lastRow="1" lastCol="1" bandRow="1" bandCol="1"/>
              <a:tblGrid>
                <a:gridCol w="438020">
                  <a:extLst>
                    <a:ext uri="{9D8B030D-6E8A-4147-A177-3AD203B41FA5}">
                      <a16:colId xmlns:a16="http://schemas.microsoft.com/office/drawing/2014/main" val="2704220938"/>
                    </a:ext>
                  </a:extLst>
                </a:gridCol>
                <a:gridCol w="3754807">
                  <a:extLst>
                    <a:ext uri="{9D8B030D-6E8A-4147-A177-3AD203B41FA5}">
                      <a16:colId xmlns:a16="http://schemas.microsoft.com/office/drawing/2014/main" val="2860509106"/>
                    </a:ext>
                  </a:extLst>
                </a:gridCol>
                <a:gridCol w="660727">
                  <a:extLst>
                    <a:ext uri="{9D8B030D-6E8A-4147-A177-3AD203B41FA5}">
                      <a16:colId xmlns:a16="http://schemas.microsoft.com/office/drawing/2014/main" val="3223183152"/>
                    </a:ext>
                  </a:extLst>
                </a:gridCol>
                <a:gridCol w="3746591">
                  <a:extLst>
                    <a:ext uri="{9D8B030D-6E8A-4147-A177-3AD203B41FA5}">
                      <a16:colId xmlns:a16="http://schemas.microsoft.com/office/drawing/2014/main" val="3807787743"/>
                    </a:ext>
                  </a:extLst>
                </a:gridCol>
              </a:tblGrid>
              <a:tr h="530499">
                <a:tc gridSpan="4">
                  <a:txBody>
                    <a:bodyPr/>
                    <a:lstStyle/>
                    <a:p>
                      <a:pPr marL="2870835" marR="2860040" algn="ctr">
                        <a:spcBef>
                          <a:spcPts val="335"/>
                        </a:spcBef>
                        <a:spcAft>
                          <a:spcPts val="0"/>
                        </a:spcAft>
                      </a:pPr>
                      <a:endParaRPr lang="en-US" sz="1000" b="1" dirty="0">
                        <a:solidFill>
                          <a:schemeClr val="bg1"/>
                        </a:solidFill>
                        <a:effectLst/>
                        <a:latin typeface="Lato" panose="020F0502020204030203" pitchFamily="34" charset="0"/>
                        <a:ea typeface="Lato" panose="020F0502020204030203" pitchFamily="34" charset="0"/>
                        <a:cs typeface="Lato" panose="020F0502020204030203" pitchFamily="34" charset="0"/>
                      </a:endParaRPr>
                    </a:p>
                    <a:p>
                      <a:pPr marL="2870835" marR="2860040" algn="ctr">
                        <a:spcBef>
                          <a:spcPts val="335"/>
                        </a:spcBef>
                        <a:spcAft>
                          <a:spcPts val="0"/>
                        </a:spcAft>
                      </a:pPr>
                      <a:r>
                        <a:rPr lang="en-US" sz="1000" b="1" dirty="0">
                          <a:solidFill>
                            <a:schemeClr val="bg1"/>
                          </a:solidFill>
                          <a:effectLst/>
                          <a:latin typeface="Lato" panose="020F0502020204030203" pitchFamily="34" charset="0"/>
                          <a:ea typeface="Lato" panose="020F0502020204030203" pitchFamily="34" charset="0"/>
                          <a:cs typeface="Lato" panose="020F0502020204030203" pitchFamily="34" charset="0"/>
                        </a:rPr>
                        <a:t>Mandatory</a:t>
                      </a:r>
                      <a:r>
                        <a:rPr lang="en-US" sz="1000" b="1" spc="-85" dirty="0">
                          <a:solidFill>
                            <a:schemeClr val="bg1"/>
                          </a:solidFill>
                          <a:effectLst/>
                          <a:latin typeface="Lato" panose="020F0502020204030203" pitchFamily="34" charset="0"/>
                          <a:ea typeface="Lato" panose="020F0502020204030203" pitchFamily="34" charset="0"/>
                          <a:cs typeface="Lato" panose="020F0502020204030203" pitchFamily="34" charset="0"/>
                        </a:rPr>
                        <a:t> </a:t>
                      </a:r>
                      <a:r>
                        <a:rPr lang="en-US" sz="1000" b="1" dirty="0">
                          <a:solidFill>
                            <a:schemeClr val="bg1"/>
                          </a:solidFill>
                          <a:effectLst/>
                          <a:latin typeface="Lato" panose="020F0502020204030203" pitchFamily="34" charset="0"/>
                          <a:ea typeface="Lato" panose="020F0502020204030203" pitchFamily="34" charset="0"/>
                          <a:cs typeface="Lato" panose="020F0502020204030203" pitchFamily="34" charset="0"/>
                        </a:rPr>
                        <a:t>fields</a:t>
                      </a:r>
                    </a:p>
                    <a:p>
                      <a:pPr marL="2870835" marR="2860040" algn="ctr">
                        <a:spcBef>
                          <a:spcPts val="335"/>
                        </a:spcBef>
                        <a:spcAft>
                          <a:spcPts val="0"/>
                        </a:spcAft>
                      </a:pPr>
                      <a:endParaRPr lang="en-GB" sz="1000" dirty="0">
                        <a:solidFill>
                          <a:schemeClr val="bg1"/>
                        </a:solidFill>
                        <a:effectLst/>
                        <a:latin typeface="Lato" panose="020F0502020204030203" pitchFamily="34" charset="0"/>
                        <a:ea typeface="Lato" panose="020F0502020204030203" pitchFamily="34" charset="0"/>
                        <a:cs typeface="Lato" panose="020F0502020204030203"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343B4A"/>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54702223"/>
                  </a:ext>
                </a:extLst>
              </a:tr>
              <a:tr h="184294">
                <a:tc>
                  <a:txBody>
                    <a:bodyPr/>
                    <a:lstStyle/>
                    <a:p>
                      <a:pPr marR="119380" algn="ctr">
                        <a:spcBef>
                          <a:spcPts val="305"/>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1</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8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Supplier´s Name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31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29</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0"/>
                        </a:spcBef>
                        <a:spcAft>
                          <a:spcPts val="0"/>
                        </a:spcAft>
                        <a:buClrTx/>
                        <a:buSzTx/>
                        <a:buFontTx/>
                        <a:buNone/>
                        <a:tabLst/>
                        <a:defRPr/>
                      </a:pPr>
                      <a:r>
                        <a:rPr lang="en-US" sz="800" dirty="0">
                          <a:effectLst/>
                          <a:latin typeface="Tahoma" panose="020B0604030504040204" pitchFamily="34" charset="0"/>
                          <a:ea typeface="Tahoma" panose="020B0604030504040204" pitchFamily="34" charset="0"/>
                          <a:cs typeface="Times New Roman" panose="02020603050405020304" pitchFamily="18" charset="0"/>
                        </a:rPr>
                        <a:t>Description of Product or Service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596761441"/>
                  </a:ext>
                </a:extLst>
              </a:tr>
              <a:tr h="167990">
                <a:tc>
                  <a:txBody>
                    <a:bodyPr/>
                    <a:lstStyle/>
                    <a:p>
                      <a:pPr marR="119380" algn="ctr">
                        <a:spcBef>
                          <a:spcPts val="310"/>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2</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8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Buyer´s Name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5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30</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0"/>
                        </a:spcBef>
                        <a:spcAft>
                          <a:spcPts val="0"/>
                        </a:spcAft>
                        <a:buClrTx/>
                        <a:buSzTx/>
                        <a:buFontTx/>
                        <a:buNone/>
                        <a:tabLst/>
                        <a:defRPr/>
                      </a:pPr>
                      <a:r>
                        <a:rPr lang="en-GB" sz="800" dirty="0">
                          <a:effectLst/>
                          <a:latin typeface="Tahoma" panose="020B0604030504040204" pitchFamily="34" charset="0"/>
                          <a:ea typeface="Tahoma" panose="020B0604030504040204" pitchFamily="34" charset="0"/>
                          <a:cs typeface="Times New Roman" panose="02020603050405020304" pitchFamily="18" charset="0"/>
                        </a:rPr>
                        <a:t>Unit Price</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4259661261"/>
                  </a:ext>
                </a:extLst>
              </a:tr>
              <a:tr h="156402">
                <a:tc>
                  <a:txBody>
                    <a:bodyPr/>
                    <a:lstStyle/>
                    <a:p>
                      <a:pPr marR="119380" algn="ctr">
                        <a:spcBef>
                          <a:spcPts val="310"/>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3</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8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Supplier´s TIN</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31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31</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0"/>
                        </a:spcBef>
                        <a:spcAft>
                          <a:spcPts val="0"/>
                        </a:spcAft>
                        <a:buClrTx/>
                        <a:buSzTx/>
                        <a:buFontTx/>
                        <a:buNone/>
                        <a:tabLst/>
                        <a:defRPr/>
                      </a:pPr>
                      <a:r>
                        <a:rPr lang="en-GB" sz="800" dirty="0">
                          <a:effectLst/>
                          <a:latin typeface="Tahoma" panose="020B0604030504040204" pitchFamily="34" charset="0"/>
                          <a:ea typeface="Tahoma" panose="020B0604030504040204" pitchFamily="34" charset="0"/>
                          <a:cs typeface="Times New Roman" panose="02020603050405020304" pitchFamily="18" charset="0"/>
                        </a:rPr>
                        <a:t>Tax Type</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4238758685"/>
                  </a:ext>
                </a:extLst>
              </a:tr>
              <a:tr h="179578">
                <a:tc>
                  <a:txBody>
                    <a:bodyPr/>
                    <a:lstStyle/>
                    <a:p>
                      <a:pPr marR="119380" algn="ctr">
                        <a:spcBef>
                          <a:spcPts val="850"/>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4</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marR="0" lvl="0" indent="0" algn="l" defTabSz="914400" rtl="0" eaLnBrk="1" fontAlgn="auto" latinLnBrk="0" hangingPunct="1">
                        <a:lnSpc>
                          <a:spcPct val="100000"/>
                        </a:lnSpc>
                        <a:spcBef>
                          <a:spcPts val="280"/>
                        </a:spcBef>
                        <a:spcAft>
                          <a:spcPts val="0"/>
                        </a:spcAft>
                        <a:buClrTx/>
                        <a:buSzTx/>
                        <a:buFontTx/>
                        <a:buNone/>
                        <a:tabLst/>
                        <a:defRPr/>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Supplier’s</a:t>
                      </a:r>
                      <a:r>
                        <a:rPr lang="en-US" sz="800" spc="-105"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Registration</a:t>
                      </a:r>
                      <a:r>
                        <a:rPr lang="en-US" sz="800" spc="-125"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a:t>
                      </a:r>
                      <a:r>
                        <a:rPr lang="en-US" sz="800" spc="-35"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Identification</a:t>
                      </a:r>
                      <a:r>
                        <a:rPr lang="en-US" sz="800" spc="-125"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Number</a:t>
                      </a:r>
                      <a:r>
                        <a:rPr lang="en-US" sz="800" spc="-65"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a:t>
                      </a:r>
                      <a:r>
                        <a:rPr lang="en-GB" sz="8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Passport</a:t>
                      </a:r>
                      <a:r>
                        <a:rPr lang="en-US" sz="800" spc="-75"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Number</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5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32</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0"/>
                        </a:spcBef>
                        <a:spcAft>
                          <a:spcPts val="0"/>
                        </a:spcAft>
                        <a:buClrTx/>
                        <a:buSzTx/>
                        <a:buFontTx/>
                        <a:buNone/>
                        <a:tabLst/>
                        <a:defRPr/>
                      </a:pPr>
                      <a:r>
                        <a:rPr lang="en-GB" sz="800" dirty="0">
                          <a:effectLst/>
                          <a:latin typeface="Tahoma" panose="020B0604030504040204" pitchFamily="34" charset="0"/>
                          <a:ea typeface="Tahoma" panose="020B0604030504040204" pitchFamily="34" charset="0"/>
                          <a:cs typeface="Times New Roman" panose="02020603050405020304" pitchFamily="18" charset="0"/>
                        </a:rPr>
                        <a:t>Tax Rate</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2819596542"/>
                  </a:ext>
                </a:extLst>
              </a:tr>
              <a:tr h="179578">
                <a:tc>
                  <a:txBody>
                    <a:bodyPr/>
                    <a:lstStyle/>
                    <a:p>
                      <a:pPr marR="119380" algn="ctr">
                        <a:spcBef>
                          <a:spcPts val="310"/>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5</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8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Supplier´s SST Registration Number</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50"/>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33</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GB" sz="800" dirty="0">
                          <a:effectLst/>
                          <a:latin typeface="Tahoma" panose="020B0604030504040204" pitchFamily="34" charset="0"/>
                          <a:ea typeface="Tahoma" panose="020B0604030504040204" pitchFamily="34" charset="0"/>
                          <a:cs typeface="Times New Roman" panose="02020603050405020304" pitchFamily="18" charset="0"/>
                        </a:rPr>
                        <a:t>Tax Amount</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3684839304"/>
                  </a:ext>
                </a:extLst>
              </a:tr>
              <a:tr h="301836">
                <a:tc>
                  <a:txBody>
                    <a:bodyPr/>
                    <a:lstStyle/>
                    <a:p>
                      <a:pPr marR="119380" algn="ctr">
                        <a:spcBef>
                          <a:spcPts val="850"/>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6</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lnSpc>
                          <a:spcPct val="100000"/>
                        </a:lnSpc>
                        <a:spcBef>
                          <a:spcPts val="280"/>
                        </a:spcBef>
                        <a:spcAft>
                          <a:spcPts val="0"/>
                        </a:spcAft>
                      </a:pPr>
                      <a:r>
                        <a:rPr lang="en-US" sz="800" dirty="0">
                          <a:effectLst/>
                          <a:latin typeface="Tahoma" panose="020B0604030504040204" pitchFamily="34" charset="0"/>
                          <a:ea typeface="Tahoma" panose="020B0604030504040204" pitchFamily="34" charset="0"/>
                          <a:cs typeface="Times New Roman" panose="02020603050405020304" pitchFamily="18" charset="0"/>
                        </a:rPr>
                        <a:t>Supplier’s Tourism Tax Registration Number [Mandatory for tourism tax</a:t>
                      </a:r>
                    </a:p>
                    <a:p>
                      <a:pPr marL="91440">
                        <a:lnSpc>
                          <a:spcPct val="100000"/>
                        </a:lnSpc>
                        <a:spcBef>
                          <a:spcPts val="280"/>
                        </a:spcBef>
                        <a:spcAft>
                          <a:spcPts val="0"/>
                        </a:spcAft>
                      </a:pPr>
                      <a:r>
                        <a:rPr lang="en-US" sz="800" dirty="0">
                          <a:effectLst/>
                          <a:latin typeface="Tahoma" panose="020B0604030504040204" pitchFamily="34" charset="0"/>
                          <a:ea typeface="Tahoma" panose="020B0604030504040204" pitchFamily="34" charset="0"/>
                          <a:cs typeface="Times New Roman" panose="02020603050405020304" pitchFamily="18" charset="0"/>
                        </a:rPr>
                        <a:t>registrant]</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5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34</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US" sz="800" dirty="0">
                          <a:effectLst/>
                          <a:latin typeface="Tahoma" panose="020B0604030504040204" pitchFamily="34" charset="0"/>
                          <a:ea typeface="Tahoma" panose="020B0604030504040204" pitchFamily="34" charset="0"/>
                          <a:cs typeface="Times New Roman" panose="02020603050405020304" pitchFamily="18" charset="0"/>
                        </a:rPr>
                        <a:t>Details of Tax Exemption [Mandatory if tax exemption is applicable]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2869146987"/>
                  </a:ext>
                </a:extLst>
              </a:tr>
              <a:tr h="189691">
                <a:tc>
                  <a:txBody>
                    <a:bodyPr/>
                    <a:lstStyle/>
                    <a:p>
                      <a:pPr marR="119380" algn="ctr">
                        <a:spcBef>
                          <a:spcPts val="850"/>
                        </a:spcBef>
                        <a:spcAft>
                          <a:spcPts val="0"/>
                        </a:spcAft>
                      </a:pPr>
                      <a:r>
                        <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7</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lnSpc>
                          <a:spcPct val="100000"/>
                        </a:lnSpc>
                        <a:spcBef>
                          <a:spcPts val="280"/>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Supplier’s e-mail </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5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35</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US" sz="800" dirty="0">
                          <a:effectLst/>
                          <a:latin typeface="Tahoma" panose="020B0604030504040204" pitchFamily="34" charset="0"/>
                          <a:ea typeface="Tahoma" panose="020B0604030504040204" pitchFamily="34" charset="0"/>
                          <a:cs typeface="Times New Roman" panose="02020603050405020304" pitchFamily="18" charset="0"/>
                        </a:rPr>
                        <a:t>Amount Exempted from Tax [Mandatory if tax exemption is applicable]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682438738"/>
                  </a:ext>
                </a:extLst>
              </a:tr>
              <a:tr h="177361">
                <a:tc>
                  <a:txBody>
                    <a:bodyPr/>
                    <a:lstStyle/>
                    <a:p>
                      <a:pPr marR="119380" algn="ctr">
                        <a:spcBef>
                          <a:spcPts val="850"/>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8</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lnSpc>
                          <a:spcPct val="100000"/>
                        </a:lnSpc>
                        <a:spcBef>
                          <a:spcPts val="280"/>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Supplier’s Malaysia Standard Industrial Classification (MSIC) Code</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55"/>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36</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GB" sz="800" dirty="0">
                          <a:effectLst/>
                          <a:latin typeface="Tahoma" panose="020B0604030504040204" pitchFamily="34" charset="0"/>
                          <a:ea typeface="Tahoma" panose="020B0604030504040204" pitchFamily="34" charset="0"/>
                          <a:cs typeface="Times New Roman" panose="02020603050405020304" pitchFamily="18" charset="0"/>
                        </a:rPr>
                        <a:t>Subtotal</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907197017"/>
                  </a:ext>
                </a:extLst>
              </a:tr>
              <a:tr h="167990">
                <a:tc>
                  <a:txBody>
                    <a:bodyPr/>
                    <a:lstStyle/>
                    <a:p>
                      <a:pPr marR="119380" algn="ctr">
                        <a:spcBef>
                          <a:spcPts val="850"/>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9</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lnSpc>
                          <a:spcPct val="100000"/>
                        </a:lnSpc>
                        <a:spcBef>
                          <a:spcPts val="285"/>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Supplier’s Business Activity Description</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55"/>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37</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US" sz="800" spc="-1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Total Excluding Tax </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229105087"/>
                  </a:ext>
                </a:extLst>
              </a:tr>
              <a:tr h="167990">
                <a:tc>
                  <a:txBody>
                    <a:bodyPr/>
                    <a:lstStyle/>
                    <a:p>
                      <a:pPr marR="119380" algn="ctr">
                        <a:spcBef>
                          <a:spcPts val="855"/>
                        </a:spcBef>
                        <a:spcAft>
                          <a:spcPts val="0"/>
                        </a:spcAft>
                      </a:pPr>
                      <a:r>
                        <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10</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lnSpc>
                          <a:spcPts val="1085"/>
                        </a:lnSpc>
                        <a:spcBef>
                          <a:spcPts val="285"/>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Buyer’s TIN</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55"/>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38</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Total Including Tax</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2476767970"/>
                  </a:ext>
                </a:extLst>
              </a:tr>
              <a:tr h="167990">
                <a:tc>
                  <a:txBody>
                    <a:bodyPr/>
                    <a:lstStyle/>
                    <a:p>
                      <a:pPr marR="119380" algn="ctr">
                        <a:spcBef>
                          <a:spcPts val="855"/>
                        </a:spcBef>
                        <a:spcAft>
                          <a:spcPts val="0"/>
                        </a:spcAft>
                      </a:pPr>
                      <a:r>
                        <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11</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lnSpc>
                          <a:spcPts val="1085"/>
                        </a:lnSpc>
                        <a:spcBef>
                          <a:spcPts val="285"/>
                        </a:spcBef>
                        <a:spcAft>
                          <a:spcPts val="0"/>
                        </a:spcAft>
                      </a:pPr>
                      <a:r>
                        <a:rPr lang="en-US" sz="800" dirty="0">
                          <a:effectLst/>
                          <a:latin typeface="Tahoma" panose="020B0604030504040204" pitchFamily="34" charset="0"/>
                          <a:ea typeface="Tahoma" panose="020B0604030504040204" pitchFamily="34" charset="0"/>
                          <a:cs typeface="Times New Roman" panose="02020603050405020304" pitchFamily="18" charset="0"/>
                        </a:rPr>
                        <a:t>Buyer’s Registration /Identification Number / Passport Number</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55"/>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39</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Total Net Amount </a:t>
                      </a:r>
                      <a:r>
                        <a:rPr lang="en-US" sz="800" dirty="0">
                          <a:effectLst/>
                          <a:latin typeface="Tahoma" panose="020B0604030504040204" pitchFamily="34" charset="0"/>
                          <a:ea typeface="Tahoma" panose="020B0604030504040204" pitchFamily="34" charset="0"/>
                          <a:cs typeface="Times New Roman" panose="02020603050405020304" pitchFamily="18" charset="0"/>
                        </a:rPr>
                        <a:t>[Optional, where applicable]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537291813"/>
                  </a:ext>
                </a:extLst>
              </a:tr>
              <a:tr h="256103">
                <a:tc>
                  <a:txBody>
                    <a:bodyPr/>
                    <a:lstStyle/>
                    <a:p>
                      <a:pPr marR="119380" algn="ctr">
                        <a:spcBef>
                          <a:spcPts val="855"/>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12</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lnSpc>
                          <a:spcPts val="1085"/>
                        </a:lnSpc>
                        <a:spcBef>
                          <a:spcPts val="285"/>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Buyer’s</a:t>
                      </a:r>
                      <a:r>
                        <a:rPr lang="en-US" sz="800" spc="-11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SST</a:t>
                      </a:r>
                      <a:r>
                        <a:rPr lang="en-US" sz="800" spc="-15"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Registration</a:t>
                      </a:r>
                      <a:r>
                        <a:rPr lang="en-US" sz="800" spc="-13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Number (Mandatory</a:t>
                      </a:r>
                      <a:r>
                        <a:rPr lang="en-US" sz="800" spc="-65"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for</a:t>
                      </a:r>
                      <a:r>
                        <a:rPr lang="en-GB" sz="8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SST</a:t>
                      </a:r>
                      <a:r>
                        <a:rPr lang="en-US" sz="800" spc="-5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 </a:t>
                      </a: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registrant)</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315"/>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40</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Total Payable Amount</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p>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2318847313"/>
                  </a:ext>
                </a:extLst>
              </a:tr>
              <a:tr h="269704">
                <a:tc>
                  <a:txBody>
                    <a:bodyPr/>
                    <a:lstStyle/>
                    <a:p>
                      <a:pPr marR="81280" algn="ctr">
                        <a:spcBef>
                          <a:spcPts val="855"/>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13</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lnSpc>
                          <a:spcPts val="1085"/>
                        </a:lnSpc>
                        <a:spcBef>
                          <a:spcPts val="285"/>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Buyer’s e-mail</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315"/>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41</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Rounding Amount </a:t>
                      </a:r>
                      <a:r>
                        <a:rPr lang="en-US" sz="800" dirty="0">
                          <a:effectLst/>
                          <a:latin typeface="Tahoma" panose="020B0604030504040204" pitchFamily="34" charset="0"/>
                          <a:ea typeface="Tahoma" panose="020B0604030504040204" pitchFamily="34" charset="0"/>
                          <a:cs typeface="Times New Roman" panose="02020603050405020304" pitchFamily="18" charset="0"/>
                        </a:rPr>
                        <a:t>[Optional, where applicable]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p>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736348761"/>
                  </a:ext>
                </a:extLst>
              </a:tr>
              <a:tr h="256103">
                <a:tc>
                  <a:txBody>
                    <a:bodyPr/>
                    <a:lstStyle/>
                    <a:p>
                      <a:pPr marR="81280" algn="ctr">
                        <a:spcBef>
                          <a:spcPts val="315"/>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14</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85"/>
                        </a:spcBef>
                        <a:spcAft>
                          <a:spcPts val="0"/>
                        </a:spcAft>
                      </a:pPr>
                      <a:r>
                        <a:rPr lang="en-US" sz="800" spc="-5"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Supplier’s Address</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0975">
                        <a:spcBef>
                          <a:spcPts val="285"/>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42</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Total Taxable Amount per tax type </a:t>
                      </a:r>
                      <a:r>
                        <a:rPr lang="en-US" sz="800" dirty="0">
                          <a:effectLst/>
                          <a:latin typeface="Tahoma" panose="020B0604030504040204" pitchFamily="34" charset="0"/>
                          <a:ea typeface="Tahoma" panose="020B0604030504040204" pitchFamily="34" charset="0"/>
                          <a:cs typeface="Times New Roman" panose="02020603050405020304" pitchFamily="18" charset="0"/>
                        </a:rPr>
                        <a:t>[Optional, where applicable]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p>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207977421"/>
                  </a:ext>
                </a:extLst>
              </a:tr>
              <a:tr h="179578">
                <a:tc>
                  <a:txBody>
                    <a:bodyPr/>
                    <a:lstStyle/>
                    <a:p>
                      <a:pPr marR="81280" algn="ctr">
                        <a:spcBef>
                          <a:spcPts val="315"/>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15</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85"/>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Buyer’s Address</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0975">
                        <a:spcBef>
                          <a:spcPts val="285"/>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43</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US" sz="800" spc="-5"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Quantity [Optional, where applicable]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3861968356"/>
                  </a:ext>
                </a:extLst>
              </a:tr>
              <a:tr h="179578">
                <a:tc>
                  <a:txBody>
                    <a:bodyPr/>
                    <a:lstStyle/>
                    <a:p>
                      <a:pPr marR="81280" algn="ctr">
                        <a:spcBef>
                          <a:spcPts val="315"/>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16</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85"/>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Supplier’s Contact Number</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0975">
                        <a:spcBef>
                          <a:spcPts val="285"/>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44</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Measurement [Optional, where applicable]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2733965184"/>
                  </a:ext>
                </a:extLst>
              </a:tr>
              <a:tr h="179578">
                <a:tc>
                  <a:txBody>
                    <a:bodyPr/>
                    <a:lstStyle/>
                    <a:p>
                      <a:pPr marR="81280" algn="ctr">
                        <a:spcBef>
                          <a:spcPts val="315"/>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17</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85"/>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Buyer’s Contact Number</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0975">
                        <a:spcBef>
                          <a:spcPts val="29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45</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5"/>
                        </a:spcBef>
                        <a:spcAft>
                          <a:spcPts val="0"/>
                        </a:spcAft>
                        <a:buClrTx/>
                        <a:buSzTx/>
                        <a:buFontTx/>
                        <a:buNone/>
                        <a:tabLst/>
                        <a:defRPr/>
                      </a:pPr>
                      <a:r>
                        <a:rPr lang="en-US" sz="800" dirty="0">
                          <a:effectLst/>
                          <a:latin typeface="Tahoma" panose="020B0604030504040204" pitchFamily="34" charset="0"/>
                          <a:ea typeface="Tahoma" panose="020B0604030504040204" pitchFamily="34" charset="0"/>
                          <a:cs typeface="Times New Roman" panose="02020603050405020304" pitchFamily="18" charset="0"/>
                        </a:rPr>
                        <a:t>Discount Rate [Optional, Where Applicable]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2400478099"/>
                  </a:ext>
                </a:extLst>
              </a:tr>
              <a:tr h="197173">
                <a:tc>
                  <a:txBody>
                    <a:bodyPr/>
                    <a:lstStyle/>
                    <a:p>
                      <a:pPr marR="81280" algn="ctr">
                        <a:spcBef>
                          <a:spcPts val="855"/>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18</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85"/>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e-Invoice Version</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0975">
                        <a:spcBef>
                          <a:spcPts val="29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46</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ts val="1085"/>
                        </a:lnSpc>
                        <a:spcBef>
                          <a:spcPts val="285"/>
                        </a:spcBef>
                        <a:spcAft>
                          <a:spcPts val="0"/>
                        </a:spcAft>
                        <a:buClrTx/>
                        <a:buSzTx/>
                        <a:buFontTx/>
                        <a:buNone/>
                        <a:tabLst/>
                        <a:defRPr/>
                      </a:pPr>
                      <a:r>
                        <a:rPr lang="en-US" sz="800" dirty="0">
                          <a:effectLst/>
                          <a:latin typeface="Tahoma" panose="020B0604030504040204" pitchFamily="34" charset="0"/>
                          <a:ea typeface="Tahoma" panose="020B0604030504040204" pitchFamily="34" charset="0"/>
                          <a:cs typeface="Times New Roman" panose="02020603050405020304" pitchFamily="18" charset="0"/>
                        </a:rPr>
                        <a:t>Discount Amount [Optional, where applicable]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2197618290"/>
                  </a:ext>
                </a:extLst>
              </a:tr>
              <a:tr h="172867">
                <a:tc>
                  <a:txBody>
                    <a:bodyPr/>
                    <a:lstStyle/>
                    <a:p>
                      <a:pPr marR="81280" algn="ctr">
                        <a:spcBef>
                          <a:spcPts val="855"/>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19</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90"/>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e-Invoice Type</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0975">
                        <a:spcBef>
                          <a:spcPts val="29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47</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ts val="1085"/>
                        </a:lnSpc>
                        <a:spcBef>
                          <a:spcPts val="285"/>
                        </a:spcBef>
                        <a:spcAft>
                          <a:spcPts val="0"/>
                        </a:spcAft>
                        <a:buClrTx/>
                        <a:buSzTx/>
                        <a:buFontTx/>
                        <a:buNone/>
                        <a:tabLst/>
                        <a:defRPr/>
                      </a:pPr>
                      <a:r>
                        <a:rPr lang="en-US" sz="800" kern="12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rPr>
                        <a:t>Fee / Charge rate [Optional, where applicable]</a:t>
                      </a:r>
                      <a:endParaRPr lang="en-GB" sz="800" kern="12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2826610179"/>
                  </a:ext>
                </a:extLst>
              </a:tr>
              <a:tr h="147641">
                <a:tc>
                  <a:txBody>
                    <a:bodyPr/>
                    <a:lstStyle/>
                    <a:p>
                      <a:pPr marR="81280" algn="ctr">
                        <a:spcBef>
                          <a:spcPts val="320"/>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20</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90"/>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e-Invoice Code / Number</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0975">
                        <a:spcBef>
                          <a:spcPts val="29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48</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ts val="1085"/>
                        </a:lnSpc>
                        <a:spcBef>
                          <a:spcPts val="285"/>
                        </a:spcBef>
                        <a:spcAft>
                          <a:spcPts val="0"/>
                        </a:spcAft>
                        <a:buClrTx/>
                        <a:buSzTx/>
                        <a:buFontTx/>
                        <a:buNone/>
                        <a:tabLst/>
                        <a:defRPr/>
                      </a:pPr>
                      <a:r>
                        <a:rPr lang="en-US" sz="800" kern="12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rPr>
                        <a:t>Fee / Charge amount [Optional, where applicable]</a:t>
                      </a:r>
                      <a:endParaRPr lang="en-GB" sz="800" kern="12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306102867"/>
                  </a:ext>
                </a:extLst>
              </a:tr>
              <a:tr h="179578">
                <a:tc>
                  <a:txBody>
                    <a:bodyPr/>
                    <a:lstStyle/>
                    <a:p>
                      <a:pPr marR="81280" algn="ctr">
                        <a:spcBef>
                          <a:spcPts val="320"/>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21</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9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Original e-Invoice Reference Number [Where applicable]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6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49</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90"/>
                        </a:spcBef>
                        <a:spcAft>
                          <a:spcPts val="0"/>
                        </a:spcAft>
                        <a:buClrTx/>
                        <a:buSzTx/>
                        <a:buFontTx/>
                        <a:buNone/>
                        <a:tabLst/>
                        <a:defRPr/>
                      </a:pPr>
                      <a:r>
                        <a:rPr lang="en-GB" sz="800" dirty="0">
                          <a:effectLst/>
                          <a:latin typeface="Tahoma" panose="020B0604030504040204" pitchFamily="34" charset="0"/>
                          <a:ea typeface="Tahoma" panose="020B0604030504040204" pitchFamily="34" charset="0"/>
                          <a:cs typeface="Times New Roman" panose="02020603050405020304" pitchFamily="18" charset="0"/>
                        </a:rPr>
                        <a:t>Payment Mode [Optional] </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3577676537"/>
                  </a:ext>
                </a:extLst>
              </a:tr>
              <a:tr h="179578">
                <a:tc>
                  <a:txBody>
                    <a:bodyPr/>
                    <a:lstStyle/>
                    <a:p>
                      <a:pPr marR="81280" algn="ctr">
                        <a:spcBef>
                          <a:spcPts val="320"/>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22</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a:spcBef>
                          <a:spcPts val="290"/>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e-Invoice Date and Time </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60"/>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50</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90"/>
                        </a:spcBef>
                        <a:spcAft>
                          <a:spcPts val="0"/>
                        </a:spcAft>
                        <a:buClrTx/>
                        <a:buSzTx/>
                        <a:buFontTx/>
                        <a:buNone/>
                        <a:tabLst/>
                        <a:defRPr/>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Supplier's Bank Account Number [Optional]</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2166756398"/>
                  </a:ext>
                </a:extLst>
              </a:tr>
              <a:tr h="179578">
                <a:tc>
                  <a:txBody>
                    <a:bodyPr/>
                    <a:lstStyle/>
                    <a:p>
                      <a:pPr marR="81280" algn="ctr">
                        <a:spcBef>
                          <a:spcPts val="860"/>
                        </a:spcBef>
                        <a:spcAft>
                          <a:spcPts val="0"/>
                        </a:spcAft>
                      </a:pPr>
                      <a:r>
                        <a:rPr lang="en-U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23</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marR="0" lvl="0" indent="0" algn="l" defTabSz="914400" rtl="0" eaLnBrk="1" fontAlgn="auto" latinLnBrk="0" hangingPunct="1">
                        <a:lnSpc>
                          <a:spcPts val="1085"/>
                        </a:lnSpc>
                        <a:spcBef>
                          <a:spcPts val="290"/>
                        </a:spcBef>
                        <a:spcAft>
                          <a:spcPts val="0"/>
                        </a:spcAft>
                        <a:buClrTx/>
                        <a:buSzTx/>
                        <a:buFontTx/>
                        <a:buNone/>
                        <a:tabLst/>
                        <a:defRPr/>
                      </a:pPr>
                      <a:r>
                        <a:rPr lang="en-GB" sz="800" dirty="0">
                          <a:effectLst/>
                          <a:latin typeface="Tahoma" panose="020B0604030504040204" pitchFamily="34" charset="0"/>
                          <a:ea typeface="Tahoma" panose="020B0604030504040204" pitchFamily="34" charset="0"/>
                          <a:cs typeface="Times New Roman" panose="02020603050405020304" pitchFamily="18" charset="0"/>
                        </a:rPr>
                        <a:t>Issuer’s Digital Signature</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60"/>
                        </a:spcBef>
                        <a:spcAft>
                          <a:spcPts val="0"/>
                        </a:spcAft>
                      </a:pPr>
                      <a:r>
                        <a:rPr lang="es-ES" sz="800" dirty="0">
                          <a:effectLst/>
                          <a:latin typeface="Tahoma" panose="020B0604030504040204" pitchFamily="34" charset="0"/>
                          <a:ea typeface="Tahoma" panose="020B0604030504040204" pitchFamily="34" charset="0"/>
                          <a:cs typeface="Times New Roman" panose="02020603050405020304" pitchFamily="18" charset="0"/>
                        </a:rPr>
                        <a:t>51</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90"/>
                        </a:spcBef>
                        <a:spcAft>
                          <a:spcPts val="0"/>
                        </a:spcAft>
                        <a:buClrTx/>
                        <a:buSzTx/>
                        <a:buFontTx/>
                        <a:buNone/>
                        <a:tabLst/>
                        <a:defRPr/>
                      </a:pPr>
                      <a:r>
                        <a:rPr lang="en-GB" sz="800" dirty="0">
                          <a:effectLst/>
                          <a:latin typeface="Tahoma" panose="020B0604030504040204" pitchFamily="34" charset="0"/>
                          <a:ea typeface="Tahoma" panose="020B0604030504040204" pitchFamily="34" charset="0"/>
                          <a:cs typeface="Times New Roman" panose="02020603050405020304" pitchFamily="18" charset="0"/>
                        </a:rPr>
                        <a:t>Payment Terms [Optional]</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3168644464"/>
                  </a:ext>
                </a:extLst>
              </a:tr>
              <a:tr h="270640">
                <a:tc>
                  <a:txBody>
                    <a:bodyPr/>
                    <a:lstStyle/>
                    <a:p>
                      <a:pPr marR="81280" algn="ctr">
                        <a:spcBef>
                          <a:spcPts val="860"/>
                        </a:spcBef>
                        <a:spcAft>
                          <a:spcPts val="0"/>
                        </a:spcAft>
                      </a:pPr>
                      <a:r>
                        <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24</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marR="0" lvl="0" indent="0" algn="l" defTabSz="914400" rtl="0" eaLnBrk="1" fontAlgn="auto" latinLnBrk="0" hangingPunct="1">
                        <a:lnSpc>
                          <a:spcPts val="1085"/>
                        </a:lnSpc>
                        <a:spcBef>
                          <a:spcPts val="290"/>
                        </a:spcBef>
                        <a:spcAft>
                          <a:spcPts val="0"/>
                        </a:spcAft>
                        <a:buClrTx/>
                        <a:buSzTx/>
                        <a:buFontTx/>
                        <a:buNone/>
                        <a:tabLst/>
                        <a:defRPr/>
                      </a:pPr>
                      <a:r>
                        <a:rPr lang="en-GB" sz="800" dirty="0">
                          <a:effectLst/>
                          <a:latin typeface="Tahoma" panose="020B0604030504040204" pitchFamily="34" charset="0"/>
                          <a:ea typeface="Tahoma" panose="020B0604030504040204" pitchFamily="34" charset="0"/>
                          <a:cs typeface="Times New Roman" panose="02020603050405020304" pitchFamily="18" charset="0"/>
                        </a:rPr>
                        <a:t>Invoice Currency Code </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60"/>
                        </a:spcBef>
                        <a:spcAft>
                          <a:spcPts val="0"/>
                        </a:spcAft>
                      </a:pPr>
                      <a:r>
                        <a:rPr lang="es-ES" sz="800" dirty="0">
                          <a:effectLst/>
                          <a:latin typeface="Tahoma" panose="020B0604030504040204" pitchFamily="34" charset="0"/>
                          <a:ea typeface="Tahoma" panose="020B0604030504040204" pitchFamily="34" charset="0"/>
                          <a:cs typeface="Times New Roman" panose="02020603050405020304" pitchFamily="18" charset="0"/>
                        </a:rPr>
                        <a:t>52</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a:spcBef>
                          <a:spcPts val="290"/>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Prepayment Amount [Optional]</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1908533725"/>
                  </a:ext>
                </a:extLst>
              </a:tr>
              <a:tr h="179578">
                <a:tc>
                  <a:txBody>
                    <a:bodyPr/>
                    <a:lstStyle/>
                    <a:p>
                      <a:pPr marR="81280" algn="ctr">
                        <a:spcBef>
                          <a:spcPts val="860"/>
                        </a:spcBef>
                        <a:spcAft>
                          <a:spcPts val="0"/>
                        </a:spcAft>
                      </a:pPr>
                      <a:r>
                        <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25</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marR="0" lvl="0" indent="0" algn="l" defTabSz="914400" rtl="0" eaLnBrk="1" fontAlgn="auto" latinLnBrk="0" hangingPunct="1">
                        <a:lnSpc>
                          <a:spcPts val="1085"/>
                        </a:lnSpc>
                        <a:spcBef>
                          <a:spcPts val="290"/>
                        </a:spcBef>
                        <a:spcAft>
                          <a:spcPts val="0"/>
                        </a:spcAft>
                        <a:buClrTx/>
                        <a:buSzTx/>
                        <a:buFontTx/>
                        <a:buNone/>
                        <a:tabLst/>
                        <a:defRPr/>
                      </a:pPr>
                      <a:r>
                        <a:rPr lang="en-US" sz="8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Currency Exchange Rate [Where applicable]</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60"/>
                        </a:spcBef>
                        <a:spcAft>
                          <a:spcPts val="0"/>
                        </a:spcAft>
                      </a:pPr>
                      <a:r>
                        <a:rPr lang="es-ES" sz="800" dirty="0">
                          <a:effectLst/>
                          <a:latin typeface="Tahoma" panose="020B0604030504040204" pitchFamily="34" charset="0"/>
                          <a:ea typeface="Tahoma" panose="020B0604030504040204" pitchFamily="34" charset="0"/>
                          <a:cs typeface="Times New Roman" panose="02020603050405020304" pitchFamily="18" charset="0"/>
                        </a:rPr>
                        <a:t>53</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a:spcBef>
                          <a:spcPts val="290"/>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Prepayment Date [Optional]</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990052525"/>
                  </a:ext>
                </a:extLst>
              </a:tr>
              <a:tr h="179578">
                <a:tc>
                  <a:txBody>
                    <a:bodyPr/>
                    <a:lstStyle/>
                    <a:p>
                      <a:pPr marR="81280" algn="ctr">
                        <a:spcBef>
                          <a:spcPts val="860"/>
                        </a:spcBef>
                        <a:spcAft>
                          <a:spcPts val="0"/>
                        </a:spcAft>
                      </a:pPr>
                      <a:r>
                        <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26</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marR="0" lvl="0" indent="0" algn="l" defTabSz="914400" rtl="0" eaLnBrk="1" fontAlgn="auto" latinLnBrk="0" hangingPunct="1">
                        <a:lnSpc>
                          <a:spcPts val="1085"/>
                        </a:lnSpc>
                        <a:spcBef>
                          <a:spcPts val="290"/>
                        </a:spcBef>
                        <a:spcAft>
                          <a:spcPts val="0"/>
                        </a:spcAft>
                        <a:buClrTx/>
                        <a:buSzTx/>
                        <a:buFontTx/>
                        <a:buNone/>
                        <a:tabLst/>
                        <a:defRPr/>
                      </a:pPr>
                      <a:r>
                        <a:rPr lang="en-US" sz="800" dirty="0">
                          <a:effectLst/>
                          <a:latin typeface="Tahoma" panose="020B0604030504040204" pitchFamily="34" charset="0"/>
                          <a:ea typeface="Tahoma" panose="020B0604030504040204" pitchFamily="34" charset="0"/>
                          <a:cs typeface="Times New Roman" panose="02020603050405020304" pitchFamily="18" charset="0"/>
                        </a:rPr>
                        <a:t>Frequency of Billing [Optional, where applicable]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60"/>
                        </a:spcBef>
                        <a:spcAft>
                          <a:spcPts val="0"/>
                        </a:spcAft>
                      </a:pPr>
                      <a:r>
                        <a:rPr lang="es-ES" sz="800" dirty="0">
                          <a:effectLst/>
                          <a:latin typeface="Tahoma" panose="020B0604030504040204" pitchFamily="34" charset="0"/>
                          <a:ea typeface="Tahoma" panose="020B0604030504040204" pitchFamily="34" charset="0"/>
                          <a:cs typeface="Times New Roman" panose="02020603050405020304" pitchFamily="18" charset="0"/>
                        </a:rPr>
                        <a:t>54</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a:spcBef>
                          <a:spcPts val="290"/>
                        </a:spcBef>
                        <a:spcAft>
                          <a:spcPts val="0"/>
                        </a:spcAft>
                      </a:pPr>
                      <a:r>
                        <a:rPr lang="en-GB" sz="800" kern="12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rPr>
                        <a:t>Prepayment Reference Number [Optional]</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679502359"/>
                  </a:ext>
                </a:extLst>
              </a:tr>
              <a:tr h="157611">
                <a:tc>
                  <a:txBody>
                    <a:bodyPr/>
                    <a:lstStyle/>
                    <a:p>
                      <a:pPr marR="81280" algn="ctr">
                        <a:spcBef>
                          <a:spcPts val="860"/>
                        </a:spcBef>
                        <a:spcAft>
                          <a:spcPts val="0"/>
                        </a:spcAft>
                      </a:pPr>
                      <a:r>
                        <a:rPr lang="es-E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27</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marR="0" lvl="0" indent="0" algn="l" defTabSz="914400" rtl="0" eaLnBrk="1" fontAlgn="auto" latinLnBrk="0" hangingPunct="1">
                        <a:lnSpc>
                          <a:spcPts val="1085"/>
                        </a:lnSpc>
                        <a:spcBef>
                          <a:spcPts val="290"/>
                        </a:spcBef>
                        <a:spcAft>
                          <a:spcPts val="0"/>
                        </a:spcAft>
                        <a:buClrTx/>
                        <a:buSzTx/>
                        <a:buFontTx/>
                        <a:buNone/>
                        <a:tabLst/>
                        <a:defRPr/>
                      </a:pPr>
                      <a:r>
                        <a:rPr lang="en-US" sz="800" dirty="0">
                          <a:effectLst/>
                          <a:latin typeface="Tahoma" panose="020B0604030504040204" pitchFamily="34" charset="0"/>
                          <a:ea typeface="Tahoma" panose="020B0604030504040204" pitchFamily="34" charset="0"/>
                          <a:cs typeface="Times New Roman" panose="02020603050405020304" pitchFamily="18" charset="0"/>
                        </a:rPr>
                        <a:t>Billing Period [Optional, where applicable]</a:t>
                      </a:r>
                      <a:endParaRPr lang="en-GB" sz="800" dirty="0">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182880">
                        <a:spcBef>
                          <a:spcPts val="860"/>
                        </a:spcBef>
                        <a:spcAft>
                          <a:spcPts val="0"/>
                        </a:spcAft>
                      </a:pPr>
                      <a:r>
                        <a:rPr lang="en-GB" sz="800" dirty="0">
                          <a:effectLst/>
                          <a:latin typeface="Tahoma" panose="020B0604030504040204" pitchFamily="34" charset="0"/>
                          <a:ea typeface="Tahoma" panose="020B0604030504040204" pitchFamily="34" charset="0"/>
                          <a:cs typeface="Times New Roman" panose="02020603050405020304" pitchFamily="18" charset="0"/>
                        </a:rPr>
                        <a:t>55</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a:spcBef>
                          <a:spcPts val="290"/>
                        </a:spcBef>
                        <a:spcAft>
                          <a:spcPts val="0"/>
                        </a:spcAft>
                      </a:pPr>
                      <a:r>
                        <a:rPr lang="en-GB" sz="800" kern="12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rPr>
                        <a:t>Bill Reference Number [Optional]</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1094881854"/>
                  </a:ext>
                </a:extLst>
              </a:tr>
              <a:tr h="329275">
                <a:tc>
                  <a:txBody>
                    <a:bodyPr/>
                    <a:lstStyle/>
                    <a:p>
                      <a:pPr marR="81280" algn="ctr">
                        <a:spcBef>
                          <a:spcPts val="860"/>
                        </a:spcBef>
                        <a:spcAft>
                          <a:spcPts val="0"/>
                        </a:spcAft>
                      </a:pPr>
                      <a:r>
                        <a:rPr lang="es-ES"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rPr>
                        <a:t>28</a:t>
                      </a:r>
                      <a:endParaRPr lang="en-GB" sz="800" kern="1200" dirty="0">
                        <a:solidFill>
                          <a:srgbClr val="2D2D38"/>
                        </a:solidFill>
                        <a:effectLst/>
                        <a:latin typeface="Tahoma" panose="020B0604030504040204" pitchFamily="34" charset="0"/>
                        <a:ea typeface="Tahoma" panose="020B0604030504040204" pitchFamily="34" charset="0"/>
                        <a:cs typeface="Times New Roman" panose="02020603050405020304" pitchFamily="18"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a:txBody>
                    <a:bodyPr/>
                    <a:lstStyle/>
                    <a:p>
                      <a:pPr marL="91440" marR="0" lvl="0" indent="0" algn="l" defTabSz="914400" rtl="0" eaLnBrk="1" fontAlgn="auto" latinLnBrk="0" hangingPunct="1">
                        <a:lnSpc>
                          <a:spcPts val="1085"/>
                        </a:lnSpc>
                        <a:spcBef>
                          <a:spcPts val="290"/>
                        </a:spcBef>
                        <a:spcAft>
                          <a:spcPts val="0"/>
                        </a:spcAft>
                        <a:buClrTx/>
                        <a:buSzTx/>
                        <a:buFontTx/>
                        <a:buNone/>
                        <a:tabLst/>
                        <a:defRPr/>
                      </a:pPr>
                      <a:r>
                        <a:rPr lang="en-GB" sz="800" kern="1200" dirty="0">
                          <a:solidFill>
                            <a:schemeClr val="tx1"/>
                          </a:solidFill>
                          <a:effectLst/>
                          <a:latin typeface="Tahoma" panose="020B0604030504040204" pitchFamily="34" charset="0"/>
                          <a:ea typeface="Tahoma" panose="020B0604030504040204" pitchFamily="34" charset="0"/>
                          <a:cs typeface="Times New Roman" panose="02020603050405020304" pitchFamily="18" charset="0"/>
                        </a:rPr>
                        <a:t>Classification </a:t>
                      </a:r>
                      <a:r>
                        <a:rPr lang="en-GB" sz="2200" b="0" i="0" u="none" strike="noStrike" kern="1200" baseline="0" dirty="0">
                          <a:solidFill>
                            <a:schemeClr val="tx1"/>
                          </a:solidFill>
                          <a:latin typeface="+mn-lt"/>
                          <a:ea typeface="+mn-ea"/>
                          <a:cs typeface="+mn-cs"/>
                        </a:rPr>
                        <a:t>	</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endParaRPr lang="en-GB" sz="2200" dirty="0"/>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endParaRPr lang="en-GB" sz="2200" dirty="0"/>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3209816481"/>
                  </a:ext>
                </a:extLst>
              </a:tr>
            </a:tbl>
          </a:graphicData>
        </a:graphic>
      </p:graphicFrame>
      <p:sp>
        <p:nvSpPr>
          <p:cNvPr id="14" name="Rectángulo 7">
            <a:extLst>
              <a:ext uri="{FF2B5EF4-FFF2-40B4-BE49-F238E27FC236}">
                <a16:creationId xmlns:a16="http://schemas.microsoft.com/office/drawing/2014/main" id="{822C1E71-9C6F-97E2-5B67-C2F8DBAE25C1}"/>
              </a:ext>
            </a:extLst>
          </p:cNvPr>
          <p:cNvSpPr/>
          <p:nvPr/>
        </p:nvSpPr>
        <p:spPr>
          <a:xfrm>
            <a:off x="213" y="749558"/>
            <a:ext cx="3243475" cy="61084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pic>
        <p:nvPicPr>
          <p:cNvPr id="16" name="Imagen 6" descr="Una persona con una laptop&#10;&#10;Descripción generada automáticamente con confianza media">
            <a:extLst>
              <a:ext uri="{FF2B5EF4-FFF2-40B4-BE49-F238E27FC236}">
                <a16:creationId xmlns:a16="http://schemas.microsoft.com/office/drawing/2014/main" id="{D0708312-48D7-0EF9-8C4B-6014E6C1A409}"/>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16395"/>
          <a:stretch/>
        </p:blipFill>
        <p:spPr>
          <a:xfrm>
            <a:off x="212" y="749557"/>
            <a:ext cx="3243475" cy="2589075"/>
          </a:xfrm>
          <a:prstGeom prst="rect">
            <a:avLst/>
          </a:prstGeom>
        </p:spPr>
      </p:pic>
      <p:sp>
        <p:nvSpPr>
          <p:cNvPr id="17" name="Marcador de texto 23">
            <a:extLst>
              <a:ext uri="{FF2B5EF4-FFF2-40B4-BE49-F238E27FC236}">
                <a16:creationId xmlns:a16="http://schemas.microsoft.com/office/drawing/2014/main" id="{35631374-E09C-8876-F8FD-E6F39B602D75}"/>
              </a:ext>
            </a:extLst>
          </p:cNvPr>
          <p:cNvSpPr txBox="1">
            <a:spLocks/>
          </p:cNvSpPr>
          <p:nvPr/>
        </p:nvSpPr>
        <p:spPr>
          <a:xfrm>
            <a:off x="264660" y="3597778"/>
            <a:ext cx="2806163" cy="1732762"/>
          </a:xfrm>
          <a:prstGeom prst="rect">
            <a:avLst/>
          </a:prstGeom>
        </p:spPr>
        <p:txBody>
          <a:bodyPr/>
          <a:lstStyle>
            <a:lvl1pPr marL="0" indent="0" algn="l" defTabSz="914400" rtl="0" eaLnBrk="1" latinLnBrk="0" hangingPunct="1">
              <a:spcBef>
                <a:spcPct val="20000"/>
              </a:spcBef>
              <a:buFont typeface="Arial" pitchFamily="34" charset="0"/>
              <a:buNone/>
              <a:defRPr sz="2000" b="1" kern="1200">
                <a:solidFill>
                  <a:srgbClr val="343B4A"/>
                </a:solidFill>
                <a:latin typeface="Lato" panose="020F050202020403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401" dirty="0"/>
              <a:t>Malaysia</a:t>
            </a:r>
          </a:p>
          <a:p>
            <a:r>
              <a:rPr lang="es-ES" sz="2161" b="0" dirty="0"/>
              <a:t>Data </a:t>
            </a:r>
            <a:r>
              <a:rPr lang="es-ES" sz="2161" b="0" dirty="0" err="1"/>
              <a:t>requirements</a:t>
            </a:r>
            <a:r>
              <a:rPr lang="es-ES" sz="2161" b="0" dirty="0"/>
              <a:t> </a:t>
            </a:r>
            <a:r>
              <a:rPr lang="es-ES" sz="2161" b="0" dirty="0" err="1"/>
              <a:t>for</a:t>
            </a:r>
            <a:r>
              <a:rPr lang="es-ES" sz="2161" b="0" dirty="0"/>
              <a:t> e-</a:t>
            </a:r>
            <a:r>
              <a:rPr lang="es-ES" sz="2161" b="0" dirty="0" err="1"/>
              <a:t>invoice</a:t>
            </a:r>
            <a:r>
              <a:rPr lang="es-ES" sz="2161" b="0" dirty="0"/>
              <a:t> </a:t>
            </a:r>
          </a:p>
        </p:txBody>
      </p:sp>
    </p:spTree>
    <p:extLst>
      <p:ext uri="{BB962C8B-B14F-4D97-AF65-F5344CB8AC3E}">
        <p14:creationId xmlns:p14="http://schemas.microsoft.com/office/powerpoint/2010/main" val="122024767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F99F2CE-ADD8-4770-A386-A0BCFD4259E8}"/>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cxnSp>
        <p:nvCxnSpPr>
          <p:cNvPr id="3" name="Conector recto 2">
            <a:extLst>
              <a:ext uri="{FF2B5EF4-FFF2-40B4-BE49-F238E27FC236}">
                <a16:creationId xmlns:a16="http://schemas.microsoft.com/office/drawing/2014/main" id="{433ED5F1-2297-489C-9D22-BBD0A2D68EEA}"/>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sp>
        <p:nvSpPr>
          <p:cNvPr id="4" name="Marcador de texto 18">
            <a:extLst>
              <a:ext uri="{FF2B5EF4-FFF2-40B4-BE49-F238E27FC236}">
                <a16:creationId xmlns:a16="http://schemas.microsoft.com/office/drawing/2014/main" id="{ECE56F39-F37C-4C16-9866-B01E08094574}"/>
              </a:ext>
            </a:extLst>
          </p:cNvPr>
          <p:cNvSpPr txBox="1">
            <a:spLocks/>
          </p:cNvSpPr>
          <p:nvPr/>
        </p:nvSpPr>
        <p:spPr>
          <a:xfrm>
            <a:off x="305097" y="156143"/>
            <a:ext cx="9853493" cy="470695"/>
          </a:xfrm>
          <a:prstGeom prst="rect">
            <a:avLst/>
          </a:prstGeom>
        </p:spPr>
        <p:txBody>
          <a:bodyPr/>
          <a:lstStyle>
            <a:lvl1pPr marL="0" indent="0" algn="l" defTabSz="914400" rtl="0" eaLnBrk="1" latinLnBrk="0" hangingPunct="1">
              <a:spcBef>
                <a:spcPct val="20000"/>
              </a:spcBef>
              <a:buFont typeface="Arial" pitchFamily="34" charset="0"/>
              <a:buNone/>
              <a:defRPr sz="1800" b="0" kern="1200">
                <a:solidFill>
                  <a:schemeClr val="bg1"/>
                </a:solidFill>
                <a:latin typeface="Lato" panose="020F0502020204030203"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161" dirty="0"/>
              <a:t>Malaysia: eInvoicing</a:t>
            </a:r>
          </a:p>
        </p:txBody>
      </p:sp>
      <p:pic>
        <p:nvPicPr>
          <p:cNvPr id="5" name="Imagen 4">
            <a:extLst>
              <a:ext uri="{FF2B5EF4-FFF2-40B4-BE49-F238E27FC236}">
                <a16:creationId xmlns:a16="http://schemas.microsoft.com/office/drawing/2014/main" id="{E9532FEB-27AB-465D-9201-D559AEB7B2D6}"/>
              </a:ext>
            </a:extLst>
          </p:cNvPr>
          <p:cNvPicPr>
            <a:picLocks noChangeAspect="1"/>
          </p:cNvPicPr>
          <p:nvPr/>
        </p:nvPicPr>
        <p:blipFill>
          <a:blip r:embed="rId3"/>
          <a:stretch>
            <a:fillRect/>
          </a:stretch>
        </p:blipFill>
        <p:spPr>
          <a:xfrm>
            <a:off x="10482789" y="178278"/>
            <a:ext cx="1374930" cy="367348"/>
          </a:xfrm>
          <a:prstGeom prst="rect">
            <a:avLst/>
          </a:prstGeom>
        </p:spPr>
      </p:pic>
      <p:sp>
        <p:nvSpPr>
          <p:cNvPr id="14" name="Rectángulo 7">
            <a:extLst>
              <a:ext uri="{FF2B5EF4-FFF2-40B4-BE49-F238E27FC236}">
                <a16:creationId xmlns:a16="http://schemas.microsoft.com/office/drawing/2014/main" id="{822C1E71-9C6F-97E2-5B67-C2F8DBAE25C1}"/>
              </a:ext>
            </a:extLst>
          </p:cNvPr>
          <p:cNvSpPr/>
          <p:nvPr/>
        </p:nvSpPr>
        <p:spPr>
          <a:xfrm>
            <a:off x="213" y="749558"/>
            <a:ext cx="3243475" cy="610844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pic>
        <p:nvPicPr>
          <p:cNvPr id="16" name="Imagen 6" descr="Una persona con una laptop&#10;&#10;Descripción generada automáticamente con confianza media">
            <a:extLst>
              <a:ext uri="{FF2B5EF4-FFF2-40B4-BE49-F238E27FC236}">
                <a16:creationId xmlns:a16="http://schemas.microsoft.com/office/drawing/2014/main" id="{D0708312-48D7-0EF9-8C4B-6014E6C1A409}"/>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16395"/>
          <a:stretch/>
        </p:blipFill>
        <p:spPr>
          <a:xfrm>
            <a:off x="212" y="749557"/>
            <a:ext cx="3243475" cy="2589075"/>
          </a:xfrm>
          <a:prstGeom prst="rect">
            <a:avLst/>
          </a:prstGeom>
        </p:spPr>
      </p:pic>
      <p:sp>
        <p:nvSpPr>
          <p:cNvPr id="17" name="Marcador de texto 23">
            <a:extLst>
              <a:ext uri="{FF2B5EF4-FFF2-40B4-BE49-F238E27FC236}">
                <a16:creationId xmlns:a16="http://schemas.microsoft.com/office/drawing/2014/main" id="{35631374-E09C-8876-F8FD-E6F39B602D75}"/>
              </a:ext>
            </a:extLst>
          </p:cNvPr>
          <p:cNvSpPr txBox="1">
            <a:spLocks/>
          </p:cNvSpPr>
          <p:nvPr/>
        </p:nvSpPr>
        <p:spPr>
          <a:xfrm>
            <a:off x="264660" y="3597778"/>
            <a:ext cx="2806163" cy="1732762"/>
          </a:xfrm>
          <a:prstGeom prst="rect">
            <a:avLst/>
          </a:prstGeom>
        </p:spPr>
        <p:txBody>
          <a:bodyPr/>
          <a:lstStyle>
            <a:lvl1pPr marL="0" indent="0" algn="l" defTabSz="914400" rtl="0" eaLnBrk="1" latinLnBrk="0" hangingPunct="1">
              <a:spcBef>
                <a:spcPct val="20000"/>
              </a:spcBef>
              <a:buFont typeface="Arial" pitchFamily="34" charset="0"/>
              <a:buNone/>
              <a:defRPr sz="2000" b="1" kern="1200">
                <a:solidFill>
                  <a:srgbClr val="343B4A"/>
                </a:solidFill>
                <a:latin typeface="Lato" panose="020F0502020204030203"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401" dirty="0"/>
              <a:t>Malaysia</a:t>
            </a:r>
          </a:p>
          <a:p>
            <a:r>
              <a:rPr lang="es-ES" sz="2161" b="0" dirty="0"/>
              <a:t>Data </a:t>
            </a:r>
            <a:r>
              <a:rPr lang="es-ES" sz="2161" b="0" dirty="0" err="1"/>
              <a:t>requirements</a:t>
            </a:r>
            <a:r>
              <a:rPr lang="es-ES" sz="2161" b="0" dirty="0"/>
              <a:t> </a:t>
            </a:r>
            <a:r>
              <a:rPr lang="es-ES" sz="2161" b="0" dirty="0" err="1"/>
              <a:t>for</a:t>
            </a:r>
            <a:r>
              <a:rPr lang="es-ES" sz="2161" b="0" dirty="0"/>
              <a:t> e-</a:t>
            </a:r>
            <a:r>
              <a:rPr lang="es-ES" sz="2161" b="0" dirty="0" err="1"/>
              <a:t>invoice</a:t>
            </a:r>
            <a:endParaRPr lang="es-ES" sz="2161" b="0" dirty="0"/>
          </a:p>
        </p:txBody>
      </p:sp>
      <p:graphicFrame>
        <p:nvGraphicFramePr>
          <p:cNvPr id="9" name="Table 8">
            <a:extLst>
              <a:ext uri="{FF2B5EF4-FFF2-40B4-BE49-F238E27FC236}">
                <a16:creationId xmlns:a16="http://schemas.microsoft.com/office/drawing/2014/main" id="{13ED0A7B-67DA-C164-6B7D-3EFAE091D4F0}"/>
              </a:ext>
            </a:extLst>
          </p:cNvPr>
          <p:cNvGraphicFramePr>
            <a:graphicFrameLocks noGrp="1"/>
          </p:cNvGraphicFramePr>
          <p:nvPr/>
        </p:nvGraphicFramePr>
        <p:xfrm>
          <a:off x="3747692" y="1095292"/>
          <a:ext cx="7975022" cy="5026643"/>
        </p:xfrm>
        <a:graphic>
          <a:graphicData uri="http://schemas.openxmlformats.org/drawingml/2006/table">
            <a:tbl>
              <a:tblPr firstRow="1" firstCol="1" lastRow="1" lastCol="1" bandRow="1" bandCol="1"/>
              <a:tblGrid>
                <a:gridCol w="404460">
                  <a:extLst>
                    <a:ext uri="{9D8B030D-6E8A-4147-A177-3AD203B41FA5}">
                      <a16:colId xmlns:a16="http://schemas.microsoft.com/office/drawing/2014/main" val="252008892"/>
                    </a:ext>
                  </a:extLst>
                </a:gridCol>
                <a:gridCol w="3462100">
                  <a:extLst>
                    <a:ext uri="{9D8B030D-6E8A-4147-A177-3AD203B41FA5}">
                      <a16:colId xmlns:a16="http://schemas.microsoft.com/office/drawing/2014/main" val="3340690538"/>
                    </a:ext>
                  </a:extLst>
                </a:gridCol>
                <a:gridCol w="420910">
                  <a:extLst>
                    <a:ext uri="{9D8B030D-6E8A-4147-A177-3AD203B41FA5}">
                      <a16:colId xmlns:a16="http://schemas.microsoft.com/office/drawing/2014/main" val="1511673511"/>
                    </a:ext>
                  </a:extLst>
                </a:gridCol>
                <a:gridCol w="3687552">
                  <a:extLst>
                    <a:ext uri="{9D8B030D-6E8A-4147-A177-3AD203B41FA5}">
                      <a16:colId xmlns:a16="http://schemas.microsoft.com/office/drawing/2014/main" val="223754374"/>
                    </a:ext>
                  </a:extLst>
                </a:gridCol>
              </a:tblGrid>
              <a:tr h="940646">
                <a:tc gridSpan="4">
                  <a:txBody>
                    <a:bodyPr/>
                    <a:lstStyle/>
                    <a:p>
                      <a:pPr marL="2927985" marR="2915920" algn="ctr" defTabSz="914400" rtl="0" eaLnBrk="1" latinLnBrk="0" hangingPunct="1">
                        <a:lnSpc>
                          <a:spcPct val="150000"/>
                        </a:lnSpc>
                        <a:spcBef>
                          <a:spcPts val="315"/>
                        </a:spcBef>
                        <a:spcAft>
                          <a:spcPts val="0"/>
                        </a:spcAft>
                      </a:pPr>
                      <a:endParaRPr lang="en-US" sz="1000" b="1" kern="1200" spc="-5" dirty="0">
                        <a:solidFill>
                          <a:srgbClr val="FFFFFF"/>
                        </a:solidFill>
                        <a:effectLst/>
                        <a:latin typeface="Lato" panose="020F0502020204030203" pitchFamily="34" charset="0"/>
                        <a:ea typeface="Lato" panose="020F0502020204030203" pitchFamily="34" charset="0"/>
                        <a:cs typeface="Lato" panose="020F0502020204030203" pitchFamily="34" charset="0"/>
                      </a:endParaRPr>
                    </a:p>
                    <a:p>
                      <a:pPr marL="2927985" marR="2915920" algn="ctr" defTabSz="914400" rtl="0" eaLnBrk="1" latinLnBrk="0" hangingPunct="1">
                        <a:lnSpc>
                          <a:spcPct val="150000"/>
                        </a:lnSpc>
                        <a:spcBef>
                          <a:spcPts val="315"/>
                        </a:spcBef>
                        <a:spcAft>
                          <a:spcPts val="0"/>
                        </a:spcAft>
                      </a:pPr>
                      <a:r>
                        <a:rPr lang="en-US" sz="1000" b="1" kern="1200" spc="-5" dirty="0">
                          <a:solidFill>
                            <a:srgbClr val="FFFFFF"/>
                          </a:solidFill>
                          <a:effectLst/>
                          <a:latin typeface="Lato" panose="020F0502020204030203" pitchFamily="34" charset="0"/>
                          <a:ea typeface="Lato" panose="020F0502020204030203" pitchFamily="34" charset="0"/>
                          <a:cs typeface="Lato" panose="020F0502020204030203" pitchFamily="34" charset="0"/>
                        </a:rPr>
                        <a:t>Additional </a:t>
                      </a:r>
                      <a:r>
                        <a:rPr lang="en-US" sz="1000" b="1" kern="1200" spc="-5">
                          <a:solidFill>
                            <a:srgbClr val="FFFFFF"/>
                          </a:solidFill>
                          <a:effectLst/>
                          <a:latin typeface="Lato" panose="020F0502020204030203" pitchFamily="34" charset="0"/>
                          <a:ea typeface="Lato" panose="020F0502020204030203" pitchFamily="34" charset="0"/>
                          <a:cs typeface="Lato" panose="020F0502020204030203" pitchFamily="34" charset="0"/>
                        </a:rPr>
                        <a:t>Mandatory fields</a:t>
                      </a:r>
                    </a:p>
                    <a:p>
                      <a:pPr marL="2927985" marR="2915920" algn="ctr" defTabSz="914400" rtl="0" eaLnBrk="1" latinLnBrk="0" hangingPunct="1">
                        <a:lnSpc>
                          <a:spcPct val="150000"/>
                        </a:lnSpc>
                        <a:spcBef>
                          <a:spcPts val="315"/>
                        </a:spcBef>
                        <a:spcAft>
                          <a:spcPts val="0"/>
                        </a:spcAft>
                      </a:pPr>
                      <a:endParaRPr lang="en-GB" sz="1000" b="1" kern="1200" spc="-5" dirty="0">
                        <a:solidFill>
                          <a:srgbClr val="FFFFFF"/>
                        </a:solidFill>
                        <a:effectLst/>
                        <a:latin typeface="Lato" panose="020F0502020204030203" pitchFamily="34" charset="0"/>
                        <a:ea typeface="Lato" panose="020F0502020204030203" pitchFamily="34" charset="0"/>
                        <a:cs typeface="Lato" panose="020F0502020204030203" pitchFamily="34" charset="0"/>
                      </a:endParaRPr>
                    </a:p>
                  </a:txBody>
                  <a:tcPr marL="0" marR="0" marT="0" marB="0" anchor="ctr">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343B4A"/>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818600560"/>
                  </a:ext>
                </a:extLst>
              </a:tr>
              <a:tr h="449748">
                <a:tc gridSpan="2">
                  <a:txBody>
                    <a:bodyPr/>
                    <a:lstStyle/>
                    <a:p>
                      <a:pPr marL="23495" marR="14605" indent="-2540" algn="ctr">
                        <a:lnSpc>
                          <a:spcPct val="102000"/>
                        </a:lnSpc>
                        <a:spcBef>
                          <a:spcPts val="30"/>
                        </a:spcBef>
                        <a:spcAft>
                          <a:spcPts val="0"/>
                        </a:spcAft>
                      </a:pP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Applicable to transactions where goods are</a:t>
                      </a:r>
                      <a:r>
                        <a:rPr lang="en-US" sz="800" b="1" spc="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shipped</a:t>
                      </a:r>
                      <a:r>
                        <a:rPr lang="en-US" sz="800" b="1" spc="-9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to</a:t>
                      </a:r>
                      <a:r>
                        <a:rPr lang="en-US" sz="800" b="1" spc="-3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a</a:t>
                      </a:r>
                      <a:r>
                        <a:rPr lang="en-US" sz="800" b="1" spc="-1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different</a:t>
                      </a:r>
                      <a:r>
                        <a:rPr lang="en-US" sz="800" b="1" spc="-10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recipient</a:t>
                      </a:r>
                      <a:r>
                        <a:rPr lang="en-US" sz="800" b="1" spc="-10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and/or</a:t>
                      </a:r>
                      <a:r>
                        <a:rPr lang="en-US" sz="800" b="1" spc="-6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address (i.e.</a:t>
                      </a:r>
                      <a:r>
                        <a:rPr lang="en-US" sz="800" b="1" spc="5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different</a:t>
                      </a:r>
                      <a:r>
                        <a:rPr lang="en-US" sz="800" b="1" spc="-3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from</a:t>
                      </a:r>
                      <a:r>
                        <a:rPr lang="en-US" sz="800" b="1" spc="-2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the</a:t>
                      </a:r>
                      <a:r>
                        <a:rPr lang="en-US" sz="800" b="1" spc="4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buyer’s</a:t>
                      </a:r>
                      <a:r>
                        <a:rPr lang="en-US" sz="800" b="1" spc="1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details)</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tcPr>
                </a:tc>
                <a:tc hMerge="1">
                  <a:txBody>
                    <a:bodyPr/>
                    <a:lstStyle/>
                    <a:p>
                      <a:endParaRPr lang="en-GB"/>
                    </a:p>
                  </a:txBody>
                  <a:tcPr/>
                </a:tc>
                <a:tc gridSpan="2">
                  <a:txBody>
                    <a:bodyPr/>
                    <a:lstStyle/>
                    <a:p>
                      <a:pPr marL="155575" algn="ct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Applicable</a:t>
                      </a:r>
                      <a:r>
                        <a:rPr lang="en-US" sz="800" b="1" spc="-8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to</a:t>
                      </a:r>
                      <a:r>
                        <a:rPr lang="en-US" sz="800" b="1" spc="-1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export</a:t>
                      </a:r>
                      <a:r>
                        <a:rPr lang="en-US" sz="800" b="1" spc="-5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and</a:t>
                      </a:r>
                      <a:r>
                        <a:rPr lang="en-US" sz="800" b="1" spc="-4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import</a:t>
                      </a:r>
                      <a:r>
                        <a:rPr lang="en-US" sz="800" b="1" spc="-6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transactions</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488630300"/>
                  </a:ext>
                </a:extLst>
              </a:tr>
              <a:tr h="234947">
                <a:tc>
                  <a:txBody>
                    <a:bodyPr/>
                    <a:lstStyle/>
                    <a:p>
                      <a:pPr marL="7620" algn="ctr">
                        <a:spcBef>
                          <a:spcPts val="31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1</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88900">
                        <a:spcBef>
                          <a:spcPts val="280"/>
                        </a:spcBef>
                        <a:spcAft>
                          <a:spcPts val="0"/>
                        </a:spcAft>
                      </a:pPr>
                      <a:r>
                        <a:rPr lang="en-US" sz="800" spc="-5" dirty="0">
                          <a:solidFill>
                            <a:srgbClr val="2D2D38"/>
                          </a:solidFill>
                          <a:effectLst/>
                          <a:latin typeface="Tahoma" panose="020B0604030504040204" pitchFamily="34" charset="0"/>
                          <a:ea typeface="Tahoma" panose="020B0604030504040204" pitchFamily="34" charset="0"/>
                          <a:cs typeface="Tahoma" panose="020B0604030504040204" pitchFamily="34" charset="0"/>
                        </a:rPr>
                        <a:t>Shipping</a:t>
                      </a:r>
                      <a:r>
                        <a:rPr lang="en-US" sz="800" spc="-12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Recipient’s</a:t>
                      </a:r>
                      <a:r>
                        <a:rPr lang="en-US" sz="800" spc="-11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Name</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525" algn="ctr">
                        <a:spcBef>
                          <a:spcPts val="31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1</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a:spcBef>
                          <a:spcPts val="28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Reference</a:t>
                      </a:r>
                      <a:r>
                        <a:rPr lang="en-US" sz="800" spc="-12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Number</a:t>
                      </a:r>
                      <a:r>
                        <a:rPr lang="en-US" sz="800" spc="-7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of</a:t>
                      </a:r>
                      <a:r>
                        <a:rPr lang="en-US" sz="800" spc="-6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Customs</a:t>
                      </a:r>
                      <a:r>
                        <a:rPr lang="en-US" sz="800" spc="-7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Form</a:t>
                      </a:r>
                      <a:r>
                        <a:rPr lang="en-US" sz="800" spc="-8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No.1,9, </a:t>
                      </a:r>
                      <a:r>
                        <a:rPr lang="en-US" sz="800" dirty="0" err="1">
                          <a:solidFill>
                            <a:srgbClr val="2D2D38"/>
                          </a:solidFill>
                          <a:effectLst/>
                          <a:latin typeface="Tahoma" panose="020B0604030504040204" pitchFamily="34" charset="0"/>
                          <a:ea typeface="Tahoma" panose="020B0604030504040204" pitchFamily="34" charset="0"/>
                          <a:cs typeface="Tahoma" panose="020B0604030504040204" pitchFamily="34" charset="0"/>
                        </a:rPr>
                        <a:t>etc</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3763468759"/>
                  </a:ext>
                </a:extLst>
              </a:tr>
              <a:tr h="234947">
                <a:tc>
                  <a:txBody>
                    <a:bodyPr/>
                    <a:lstStyle/>
                    <a:p>
                      <a:pPr marL="7620" algn="ctr">
                        <a:spcBef>
                          <a:spcPts val="310"/>
                        </a:spcBef>
                        <a:spcAft>
                          <a:spcPts val="0"/>
                        </a:spcAft>
                      </a:pP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2</a:t>
                      </a:r>
                      <a:endParaRPr lang="en-GB" sz="80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88900">
                        <a:spcBef>
                          <a:spcPts val="280"/>
                        </a:spcBef>
                        <a:spcAft>
                          <a:spcPts val="0"/>
                        </a:spcAft>
                      </a:pP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Shipping</a:t>
                      </a:r>
                      <a:r>
                        <a:rPr lang="en-US" sz="800" spc="-11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Recipient’s</a:t>
                      </a:r>
                      <a:r>
                        <a:rPr lang="en-US" sz="800" spc="-10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Address</a:t>
                      </a:r>
                      <a:endParaRPr lang="en-GB" sz="80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525" algn="ctr">
                        <a:spcBef>
                          <a:spcPts val="31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2</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0" lvl="0" indent="0" algn="l" defTabSz="914400" rtl="0" eaLnBrk="1" fontAlgn="auto" latinLnBrk="0" hangingPunct="1">
                        <a:lnSpc>
                          <a:spcPct val="100000"/>
                        </a:lnSpc>
                        <a:spcBef>
                          <a:spcPts val="280"/>
                        </a:spcBef>
                        <a:spcAft>
                          <a:spcPts val="0"/>
                        </a:spcAft>
                        <a:buClrTx/>
                        <a:buSzTx/>
                        <a:buFontTx/>
                        <a:buNone/>
                        <a:tabLst/>
                        <a:defRPr/>
                      </a:pP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Incoterms</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3059319872"/>
                  </a:ext>
                </a:extLst>
              </a:tr>
              <a:tr h="266463">
                <a:tc>
                  <a:txBody>
                    <a:bodyPr/>
                    <a:lstStyle/>
                    <a:p>
                      <a:pPr marL="7620" algn="ctr">
                        <a:spcBef>
                          <a:spcPts val="850"/>
                        </a:spcBef>
                        <a:spcAft>
                          <a:spcPts val="0"/>
                        </a:spcAft>
                      </a:pP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3</a:t>
                      </a:r>
                      <a:endParaRPr lang="en-GB" sz="80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88900">
                        <a:spcBef>
                          <a:spcPts val="28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Shipping</a:t>
                      </a:r>
                      <a:r>
                        <a:rPr lang="en-US" sz="800" spc="-3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Recipient’s</a:t>
                      </a:r>
                      <a:r>
                        <a:rPr lang="en-US" sz="800" spc="-1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TIN</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525" algn="ctr">
                        <a:spcBef>
                          <a:spcPts val="850"/>
                        </a:spcBef>
                        <a:spcAft>
                          <a:spcPts val="0"/>
                        </a:spcAft>
                      </a:pP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a:txBody>
                    <a:bodyPr/>
                    <a:lstStyle/>
                    <a:p>
                      <a:pPr marL="92710" marR="482600">
                        <a:spcBef>
                          <a:spcPts val="280"/>
                        </a:spcBef>
                        <a:spcAft>
                          <a:spcPts val="0"/>
                        </a:spcAft>
                      </a:pP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3730431907"/>
                  </a:ext>
                </a:extLst>
              </a:tr>
              <a:tr h="345734">
                <a:tc>
                  <a:txBody>
                    <a:bodyPr/>
                    <a:lstStyle/>
                    <a:p>
                      <a:r>
                        <a:rPr lang="en-US" sz="800">
                          <a:effectLst/>
                          <a:latin typeface="Tahoma" panose="020B0604030504040204" pitchFamily="34" charset="0"/>
                          <a:ea typeface="Tahoma" panose="020B0604030504040204" pitchFamily="34" charset="0"/>
                          <a:cs typeface="Tahoma" panose="020B0604030504040204" pitchFamily="34" charset="0"/>
                        </a:rPr>
                        <a:t> </a:t>
                      </a:r>
                      <a:endParaRPr lang="en-GB" sz="800">
                        <a:effectLst/>
                        <a:latin typeface="Tahoma" panose="020B0604030504040204" pitchFamily="34" charset="0"/>
                        <a:ea typeface="Tahoma" panose="020B0604030504040204" pitchFamily="34" charset="0"/>
                        <a:cs typeface="Tahoma" panose="020B0604030504040204" pitchFamily="34" charset="0"/>
                      </a:endParaRPr>
                    </a:p>
                    <a:p>
                      <a:pPr marL="7620" algn="ct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4</a:t>
                      </a:r>
                      <a:endParaRPr lang="en-GB" sz="80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9050" cap="flat" cmpd="dbl" algn="ctr">
                      <a:solidFill>
                        <a:srgbClr val="2D2D38"/>
                      </a:solidFill>
                      <a:prstDash val="solid"/>
                      <a:round/>
                      <a:headEnd type="none" w="med" len="med"/>
                      <a:tailEnd type="none" w="med" len="med"/>
                    </a:lnB>
                    <a:solidFill>
                      <a:srgbClr val="F1F1F1"/>
                    </a:solidFill>
                  </a:tcPr>
                </a:tc>
                <a:tc>
                  <a:txBody>
                    <a:bodyPr/>
                    <a:lstStyle/>
                    <a:p>
                      <a:pPr marL="88900" marR="382270">
                        <a:spcBef>
                          <a:spcPts val="280"/>
                        </a:spcBef>
                        <a:spcAft>
                          <a:spcPts val="0"/>
                        </a:spcAft>
                      </a:pP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Shipping</a:t>
                      </a:r>
                      <a:r>
                        <a:rPr lang="en-US" sz="800" spc="-85">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Recipient’s</a:t>
                      </a:r>
                      <a:r>
                        <a:rPr lang="en-US" sz="800" spc="-75">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Registration</a:t>
                      </a:r>
                      <a:r>
                        <a:rPr lang="en-US" sz="800" spc="-95">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a:t>
                      </a:r>
                      <a:r>
                        <a:rPr lang="en-US" sz="800" spc="-28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Identification Number / Passport</a:t>
                      </a:r>
                      <a:r>
                        <a:rPr lang="en-US" sz="800" spc="5">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Number</a:t>
                      </a:r>
                      <a:endParaRPr lang="en-GB" sz="80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9050" cap="flat" cmpd="dbl" algn="ctr">
                      <a:solidFill>
                        <a:srgbClr val="2D2D38"/>
                      </a:solidFill>
                      <a:prstDash val="solid"/>
                      <a:round/>
                      <a:headEnd type="none" w="med" len="med"/>
                      <a:tailEnd type="none" w="med" len="med"/>
                    </a:lnB>
                    <a:solidFill>
                      <a:srgbClr val="F1F1F1"/>
                    </a:solidFill>
                  </a:tcPr>
                </a:tc>
                <a:tc>
                  <a:txBody>
                    <a:bodyPr/>
                    <a:lstStyle/>
                    <a:p>
                      <a:r>
                        <a:rPr lang="en-US" sz="800" dirty="0">
                          <a:effectLst/>
                          <a:latin typeface="Tahoma" panose="020B0604030504040204" pitchFamily="34" charset="0"/>
                          <a:ea typeface="Tahoma" panose="020B0604030504040204" pitchFamily="34" charset="0"/>
                          <a:cs typeface="Tahoma" panose="020B0604030504040204" pitchFamily="34" charset="0"/>
                        </a:rPr>
                        <a:t> </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9050" cap="flat" cmpd="dbl" algn="ctr">
                      <a:solidFill>
                        <a:srgbClr val="2D2D38"/>
                      </a:solidFill>
                      <a:prstDash val="solid"/>
                      <a:round/>
                      <a:headEnd type="none" w="med" len="med"/>
                      <a:tailEnd type="none" w="med" len="med"/>
                    </a:lnB>
                    <a:solidFill>
                      <a:srgbClr val="F1F1F1"/>
                    </a:solidFill>
                  </a:tcPr>
                </a:tc>
                <a:tc>
                  <a:txBody>
                    <a:bodyPr/>
                    <a:lstStyle/>
                    <a:p>
                      <a:pPr marL="92710">
                        <a:spcBef>
                          <a:spcPts val="280"/>
                        </a:spcBef>
                        <a:spcAft>
                          <a:spcPts val="0"/>
                        </a:spcAft>
                      </a:pP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9050" cap="flat" cmpd="dbl" algn="ctr">
                      <a:solidFill>
                        <a:srgbClr val="2D2D38"/>
                      </a:solidFill>
                      <a:prstDash val="solid"/>
                      <a:round/>
                      <a:headEnd type="none" w="med" len="med"/>
                      <a:tailEnd type="none" w="med" len="med"/>
                    </a:lnB>
                    <a:solidFill>
                      <a:srgbClr val="F1F1F1"/>
                    </a:solidFill>
                  </a:tcPr>
                </a:tc>
                <a:extLst>
                  <a:ext uri="{0D108BD9-81ED-4DB2-BD59-A6C34878D82A}">
                    <a16:rowId xmlns:a16="http://schemas.microsoft.com/office/drawing/2014/main" val="1772595062"/>
                  </a:ext>
                </a:extLst>
              </a:tr>
              <a:tr h="859775">
                <a:tc gridSpan="4">
                  <a:txBody>
                    <a:bodyPr/>
                    <a:lstStyle/>
                    <a:p>
                      <a:pPr marL="1421130" marR="1402080" algn="ctr">
                        <a:spcBef>
                          <a:spcPts val="585"/>
                        </a:spcBef>
                        <a:spcAft>
                          <a:spcPts val="0"/>
                        </a:spcAft>
                      </a:pPr>
                      <a:endParaRPr lang="en-US" sz="1000" b="1" kern="1200" spc="-5" dirty="0">
                        <a:solidFill>
                          <a:srgbClr val="FFFFFF"/>
                        </a:solidFill>
                        <a:effectLst/>
                        <a:latin typeface="Lato" panose="020F0502020204030203" pitchFamily="34" charset="0"/>
                        <a:ea typeface="Lato" panose="020F0502020204030203" pitchFamily="34" charset="0"/>
                        <a:cs typeface="Lato" panose="020F0502020204030203" pitchFamily="34" charset="0"/>
                      </a:endParaRPr>
                    </a:p>
                    <a:p>
                      <a:pPr marL="1421130" marR="1402080" algn="ctr">
                        <a:spcBef>
                          <a:spcPts val="585"/>
                        </a:spcBef>
                        <a:spcAft>
                          <a:spcPts val="0"/>
                        </a:spcAft>
                      </a:pPr>
                      <a:r>
                        <a:rPr lang="en-US" sz="1000" b="1" kern="1200" spc="-5" dirty="0">
                          <a:solidFill>
                            <a:srgbClr val="FFFFFF"/>
                          </a:solidFill>
                          <a:effectLst/>
                          <a:latin typeface="Lato" panose="020F0502020204030203" pitchFamily="34" charset="0"/>
                          <a:ea typeface="Lato" panose="020F0502020204030203" pitchFamily="34" charset="0"/>
                          <a:cs typeface="Lato" panose="020F0502020204030203" pitchFamily="34" charset="0"/>
                        </a:rPr>
                        <a:t>Additional  </a:t>
                      </a:r>
                    </a:p>
                    <a:p>
                      <a:pPr marL="1421130" marR="1402080" algn="ctr">
                        <a:spcBef>
                          <a:spcPts val="585"/>
                        </a:spcBef>
                        <a:spcAft>
                          <a:spcPts val="0"/>
                        </a:spcAft>
                      </a:pPr>
                      <a:r>
                        <a:rPr lang="en-US" sz="1000" b="1" kern="1200" spc="-5" dirty="0">
                          <a:solidFill>
                            <a:srgbClr val="FFFFFF"/>
                          </a:solidFill>
                          <a:effectLst/>
                          <a:latin typeface="Lato" panose="020F0502020204030203" pitchFamily="34" charset="0"/>
                          <a:ea typeface="Lato" panose="020F0502020204030203" pitchFamily="34" charset="0"/>
                          <a:cs typeface="Lato" panose="020F0502020204030203" pitchFamily="34" charset="0"/>
                        </a:rPr>
                        <a:t>Optional fields</a:t>
                      </a:r>
                    </a:p>
                    <a:p>
                      <a:pPr marL="1421130" marR="1402080" algn="ctr">
                        <a:spcBef>
                          <a:spcPts val="585"/>
                        </a:spcBef>
                        <a:spcAft>
                          <a:spcPts val="0"/>
                        </a:spcAft>
                      </a:pPr>
                      <a:endParaRPr lang="en-GB" sz="1000" b="1" kern="1200" spc="-5" dirty="0">
                        <a:solidFill>
                          <a:srgbClr val="FFFFFF"/>
                        </a:solidFill>
                        <a:effectLst/>
                        <a:latin typeface="Lato" panose="020F0502020204030203" pitchFamily="34" charset="0"/>
                        <a:ea typeface="Lato" panose="020F0502020204030203" pitchFamily="34" charset="0"/>
                        <a:cs typeface="Lato" panose="020F0502020204030203" pitchFamily="34" charset="0"/>
                      </a:endParaRPr>
                    </a:p>
                  </a:txBody>
                  <a:tcPr marL="0" marR="0" marT="0" marB="0" anchor="ctr">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9050" cap="flat" cmpd="dbl"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343B4A"/>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734883584"/>
                  </a:ext>
                </a:extLst>
              </a:tr>
              <a:tr h="284701">
                <a:tc gridSpan="4">
                  <a:txBody>
                    <a:bodyPr/>
                    <a:lstStyle/>
                    <a:p>
                      <a:pPr marL="1421130" marR="1407160" algn="ctr">
                        <a:spcBef>
                          <a:spcPts val="545"/>
                        </a:spcBef>
                        <a:spcAft>
                          <a:spcPts val="0"/>
                        </a:spcAft>
                      </a:pP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Applicable</a:t>
                      </a:r>
                      <a:r>
                        <a:rPr lang="en-US" sz="800" b="1" spc="-8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to</a:t>
                      </a:r>
                      <a:r>
                        <a:rPr lang="en-US" sz="800" b="1" spc="-15"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export</a:t>
                      </a:r>
                      <a:r>
                        <a:rPr lang="en-US" sz="800" b="1" spc="-6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and</a:t>
                      </a:r>
                      <a:r>
                        <a:rPr lang="en-US" sz="800" b="1" spc="-4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import</a:t>
                      </a:r>
                      <a:r>
                        <a:rPr lang="en-US" sz="800" b="1" spc="-60" dirty="0">
                          <a:solidFill>
                            <a:srgbClr val="2D2D38"/>
                          </a:solidFill>
                          <a:effectLst/>
                          <a:latin typeface="Tahoma" panose="020B0604030504040204" pitchFamily="34" charset="0"/>
                          <a:ea typeface="Tahoma" panose="020B0604030504040204" pitchFamily="34" charset="0"/>
                          <a:cs typeface="Tahoma" panose="020B0604030504040204" pitchFamily="34" charset="0"/>
                        </a:rPr>
                        <a:t> </a:t>
                      </a:r>
                      <a:r>
                        <a:rPr lang="en-US" sz="800" b="1" dirty="0">
                          <a:solidFill>
                            <a:srgbClr val="2D2D38"/>
                          </a:solidFill>
                          <a:effectLst/>
                          <a:latin typeface="Tahoma" panose="020B0604030504040204" pitchFamily="34" charset="0"/>
                          <a:ea typeface="Tahoma" panose="020B0604030504040204" pitchFamily="34" charset="0"/>
                          <a:cs typeface="Tahoma" panose="020B0604030504040204" pitchFamily="34" charset="0"/>
                        </a:rPr>
                        <a:t>transactions</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550858387"/>
                  </a:ext>
                </a:extLst>
              </a:tr>
              <a:tr h="234947">
                <a:tc>
                  <a:txBody>
                    <a:bodyPr/>
                    <a:lstStyle/>
                    <a:p>
                      <a:pPr marL="16510" algn="ctr">
                        <a:spcBef>
                          <a:spcPts val="310"/>
                        </a:spcBef>
                        <a:spcAft>
                          <a:spcPts val="0"/>
                        </a:spcAft>
                      </a:pP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1</a:t>
                      </a:r>
                      <a:endParaRPr lang="en-GB" sz="80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gridSpan="3">
                  <a:txBody>
                    <a:bodyPr/>
                    <a:lstStyle/>
                    <a:p>
                      <a:pPr marL="93345">
                        <a:spcBef>
                          <a:spcPts val="280"/>
                        </a:spcBef>
                        <a:spcAft>
                          <a:spcPts val="0"/>
                        </a:spcAft>
                      </a:pP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Product Tariff Code [Only applicable to goods]</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659966320"/>
                  </a:ext>
                </a:extLst>
              </a:tr>
              <a:tr h="234947">
                <a:tc>
                  <a:txBody>
                    <a:bodyPr/>
                    <a:lstStyle/>
                    <a:p>
                      <a:pPr marL="16510" algn="ctr">
                        <a:spcBef>
                          <a:spcPts val="310"/>
                        </a:spcBef>
                        <a:spcAft>
                          <a:spcPts val="0"/>
                        </a:spcAft>
                      </a:pP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2</a:t>
                      </a:r>
                      <a:endParaRPr lang="en-GB" sz="80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gridSpan="3">
                  <a:txBody>
                    <a:bodyPr/>
                    <a:lstStyle/>
                    <a:p>
                      <a:pPr marL="93345">
                        <a:spcBef>
                          <a:spcPts val="285"/>
                        </a:spcBef>
                        <a:spcAft>
                          <a:spcPts val="0"/>
                        </a:spcAft>
                      </a:pPr>
                      <a:r>
                        <a:rPr lang="en-US" sz="800" dirty="0">
                          <a:effectLst/>
                          <a:latin typeface="Tahoma" panose="020B0604030504040204" pitchFamily="34" charset="0"/>
                          <a:ea typeface="Tahoma" panose="020B0604030504040204" pitchFamily="34" charset="0"/>
                          <a:cs typeface="Tahoma" panose="020B0604030504040204" pitchFamily="34" charset="0"/>
                        </a:rPr>
                        <a:t>Free Trade Agreement (FTA) Information [For export only, if applicable]</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540086875"/>
                  </a:ext>
                </a:extLst>
              </a:tr>
              <a:tr h="234947">
                <a:tc>
                  <a:txBody>
                    <a:bodyPr/>
                    <a:lstStyle/>
                    <a:p>
                      <a:pPr marL="16510" algn="ctr">
                        <a:spcBef>
                          <a:spcPts val="310"/>
                        </a:spcBef>
                        <a:spcAft>
                          <a:spcPts val="0"/>
                        </a:spcAft>
                      </a:pPr>
                      <a:r>
                        <a:rPr lang="en-US" sz="800">
                          <a:solidFill>
                            <a:srgbClr val="2D2D38"/>
                          </a:solidFill>
                          <a:effectLst/>
                          <a:latin typeface="Tahoma" panose="020B0604030504040204" pitchFamily="34" charset="0"/>
                          <a:ea typeface="Tahoma" panose="020B0604030504040204" pitchFamily="34" charset="0"/>
                          <a:cs typeface="Tahoma" panose="020B0604030504040204" pitchFamily="34" charset="0"/>
                        </a:rPr>
                        <a:t>3</a:t>
                      </a:r>
                      <a:endParaRPr lang="en-GB" sz="80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gridSpan="3">
                  <a:txBody>
                    <a:bodyPr/>
                    <a:lstStyle/>
                    <a:p>
                      <a:pPr marL="93345">
                        <a:spcBef>
                          <a:spcPts val="285"/>
                        </a:spcBef>
                        <a:spcAft>
                          <a:spcPts val="0"/>
                        </a:spcAft>
                      </a:pPr>
                      <a:r>
                        <a:rPr lang="en-US" sz="800" dirty="0" err="1">
                          <a:solidFill>
                            <a:srgbClr val="2D2D38"/>
                          </a:solidFill>
                          <a:effectLst/>
                          <a:latin typeface="Tahoma" panose="020B0604030504040204" pitchFamily="34" charset="0"/>
                          <a:ea typeface="Tahoma" panose="020B0604030504040204" pitchFamily="34" charset="0"/>
                          <a:cs typeface="Tahoma" panose="020B0604030504040204" pitchFamily="34" charset="0"/>
                        </a:rPr>
                        <a:t>Authorisation</a:t>
                      </a:r>
                      <a:r>
                        <a:rPr lang="en-US" sz="800" dirty="0">
                          <a:solidFill>
                            <a:srgbClr val="2D2D38"/>
                          </a:solidFill>
                          <a:effectLst/>
                          <a:latin typeface="Tahoma" panose="020B0604030504040204" pitchFamily="34" charset="0"/>
                          <a:ea typeface="Tahoma" panose="020B0604030504040204" pitchFamily="34" charset="0"/>
                          <a:cs typeface="Tahoma" panose="020B0604030504040204" pitchFamily="34" charset="0"/>
                        </a:rPr>
                        <a:t> Number for Certified Exporter (e.g., ATIGA number) [For export only, if applicable]</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123539308"/>
                  </a:ext>
                </a:extLst>
              </a:tr>
              <a:tr h="234947">
                <a:tc>
                  <a:txBody>
                    <a:bodyPr/>
                    <a:lstStyle/>
                    <a:p>
                      <a:pPr marL="16510" algn="ctr">
                        <a:spcBef>
                          <a:spcPts val="310"/>
                        </a:spcBef>
                        <a:spcAft>
                          <a:spcPts val="0"/>
                        </a:spcAft>
                      </a:pPr>
                      <a:r>
                        <a:rPr lang="en-GB" sz="800" dirty="0">
                          <a:effectLst/>
                          <a:latin typeface="Tahoma" panose="020B0604030504040204" pitchFamily="34" charset="0"/>
                          <a:ea typeface="Tahoma" panose="020B0604030504040204" pitchFamily="34" charset="0"/>
                          <a:cs typeface="Tahoma" panose="020B0604030504040204" pitchFamily="34" charset="0"/>
                        </a:rPr>
                        <a:t>4</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gridSpan="3">
                  <a:txBody>
                    <a:bodyPr/>
                    <a:lstStyle/>
                    <a:p>
                      <a:pPr marL="93345">
                        <a:spcBef>
                          <a:spcPts val="285"/>
                        </a:spcBef>
                        <a:spcAft>
                          <a:spcPts val="0"/>
                        </a:spcAft>
                      </a:pPr>
                      <a:r>
                        <a:rPr lang="en-US" sz="800" dirty="0">
                          <a:effectLst/>
                          <a:latin typeface="Tahoma" panose="020B0604030504040204" pitchFamily="34" charset="0"/>
                          <a:ea typeface="Tahoma" panose="020B0604030504040204" pitchFamily="34" charset="0"/>
                          <a:cs typeface="Tahoma" panose="020B0604030504040204" pitchFamily="34" charset="0"/>
                        </a:rPr>
                        <a:t>Reference Number of Customs Form No.2</a:t>
                      </a:r>
                      <a:endParaRPr lang="en-GB" sz="8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339410989"/>
                  </a:ext>
                </a:extLst>
              </a:tr>
              <a:tr h="234947">
                <a:tc>
                  <a:txBody>
                    <a:bodyPr/>
                    <a:lstStyle/>
                    <a:p>
                      <a:pPr marL="16510" algn="ctr">
                        <a:spcBef>
                          <a:spcPts val="310"/>
                        </a:spcBef>
                        <a:spcAft>
                          <a:spcPts val="0"/>
                        </a:spcAft>
                      </a:pPr>
                      <a:r>
                        <a:rPr lang="en-GB" sz="800" dirty="0">
                          <a:effectLst/>
                          <a:latin typeface="Tahoma" panose="020B0604030504040204" pitchFamily="34" charset="0"/>
                          <a:ea typeface="Tahoma" panose="020B0604030504040204" pitchFamily="34" charset="0"/>
                          <a:cs typeface="Tahoma" panose="020B0604030504040204" pitchFamily="34" charset="0"/>
                        </a:rPr>
                        <a:t>5</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gridSpan="3">
                  <a:txBody>
                    <a:bodyPr/>
                    <a:lstStyle/>
                    <a:p>
                      <a:pPr marL="93345">
                        <a:spcBef>
                          <a:spcPts val="285"/>
                        </a:spcBef>
                        <a:spcAft>
                          <a:spcPts val="0"/>
                        </a:spcAft>
                      </a:pPr>
                      <a:r>
                        <a:rPr lang="en-GB" sz="800" dirty="0">
                          <a:effectLst/>
                          <a:latin typeface="Tahoma" panose="020B0604030504040204" pitchFamily="34" charset="0"/>
                          <a:ea typeface="Tahoma" panose="020B0604030504040204" pitchFamily="34" charset="0"/>
                          <a:cs typeface="Tahoma" panose="020B0604030504040204" pitchFamily="34" charset="0"/>
                        </a:rPr>
                        <a:t>Country of Origin </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3521280662"/>
                  </a:ext>
                </a:extLst>
              </a:tr>
              <a:tr h="234947">
                <a:tc>
                  <a:txBody>
                    <a:bodyPr/>
                    <a:lstStyle/>
                    <a:p>
                      <a:pPr marL="16510" algn="ctr">
                        <a:spcBef>
                          <a:spcPts val="310"/>
                        </a:spcBef>
                        <a:spcAft>
                          <a:spcPts val="0"/>
                        </a:spcAft>
                      </a:pPr>
                      <a:r>
                        <a:rPr lang="en-GB" sz="800" dirty="0">
                          <a:effectLst/>
                          <a:latin typeface="Tahoma" panose="020B0604030504040204" pitchFamily="34" charset="0"/>
                          <a:ea typeface="Tahoma" panose="020B0604030504040204" pitchFamily="34" charset="0"/>
                          <a:cs typeface="Tahoma" panose="020B0604030504040204" pitchFamily="34" charset="0"/>
                        </a:rPr>
                        <a:t>6</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EFEFEF"/>
                    </a:solidFill>
                  </a:tcPr>
                </a:tc>
                <a:tc gridSpan="3">
                  <a:txBody>
                    <a:bodyPr/>
                    <a:lstStyle/>
                    <a:p>
                      <a:pPr marL="93345">
                        <a:spcBef>
                          <a:spcPts val="285"/>
                        </a:spcBef>
                        <a:spcAft>
                          <a:spcPts val="0"/>
                        </a:spcAft>
                      </a:pPr>
                      <a:r>
                        <a:rPr lang="en-GB" sz="800" dirty="0">
                          <a:effectLst/>
                          <a:latin typeface="Tahoma" panose="020B0604030504040204" pitchFamily="34" charset="0"/>
                          <a:ea typeface="Tahoma" panose="020B0604030504040204" pitchFamily="34" charset="0"/>
                          <a:cs typeface="Tahoma" panose="020B0604030504040204" pitchFamily="34" charset="0"/>
                        </a:rPr>
                        <a:t>Details of other charges</a:t>
                      </a:r>
                    </a:p>
                  </a:txBody>
                  <a:tcPr marL="0" marR="0" marT="0" marB="0">
                    <a:lnL w="12700" cap="flat" cmpd="sng" algn="ctr">
                      <a:solidFill>
                        <a:srgbClr val="2D2D38"/>
                      </a:solidFill>
                      <a:prstDash val="solid"/>
                      <a:round/>
                      <a:headEnd type="none" w="med" len="med"/>
                      <a:tailEnd type="none" w="med" len="med"/>
                    </a:lnL>
                    <a:lnR w="12700" cap="flat" cmpd="sng" algn="ctr">
                      <a:solidFill>
                        <a:srgbClr val="2D2D38"/>
                      </a:solidFill>
                      <a:prstDash val="solid"/>
                      <a:round/>
                      <a:headEnd type="none" w="med" len="med"/>
                      <a:tailEnd type="none" w="med" len="med"/>
                    </a:lnR>
                    <a:lnT w="12700" cap="flat" cmpd="sng" algn="ctr">
                      <a:solidFill>
                        <a:srgbClr val="2D2D38"/>
                      </a:solidFill>
                      <a:prstDash val="solid"/>
                      <a:round/>
                      <a:headEnd type="none" w="med" len="med"/>
                      <a:tailEnd type="none" w="med" len="med"/>
                    </a:lnT>
                    <a:lnB w="12700" cap="flat" cmpd="sng" algn="ctr">
                      <a:solidFill>
                        <a:srgbClr val="2D2D38"/>
                      </a:solidFill>
                      <a:prstDash val="solid"/>
                      <a:round/>
                      <a:headEnd type="none" w="med" len="med"/>
                      <a:tailEnd type="none" w="med" len="med"/>
                    </a:lnB>
                    <a:solidFill>
                      <a:srgbClr val="F1F1F1"/>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2936844331"/>
                  </a:ext>
                </a:extLst>
              </a:tr>
            </a:tbl>
          </a:graphicData>
        </a:graphic>
      </p:graphicFrame>
    </p:spTree>
    <p:extLst>
      <p:ext uri="{BB962C8B-B14F-4D97-AF65-F5344CB8AC3E}">
        <p14:creationId xmlns:p14="http://schemas.microsoft.com/office/powerpoint/2010/main" val="384929498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0F4E9F0A-04DE-43D6-ABCB-253A1420BA25}"/>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9" y="1"/>
            <a:ext cx="12191579" cy="6857999"/>
          </a:xfrm>
          <a:prstGeom prst="rect">
            <a:avLst/>
          </a:prstGeom>
        </p:spPr>
      </p:pic>
      <p:sp>
        <p:nvSpPr>
          <p:cNvPr id="3" name="Rectángulo 2">
            <a:extLst>
              <a:ext uri="{FF2B5EF4-FFF2-40B4-BE49-F238E27FC236}">
                <a16:creationId xmlns:a16="http://schemas.microsoft.com/office/drawing/2014/main" id="{BAEC1879-B077-4794-8954-F1EBB5554181}"/>
              </a:ext>
            </a:extLst>
          </p:cNvPr>
          <p:cNvSpPr/>
          <p:nvPr/>
        </p:nvSpPr>
        <p:spPr>
          <a:xfrm>
            <a:off x="213" y="1"/>
            <a:ext cx="12191575" cy="6857999"/>
          </a:xfrm>
          <a:prstGeom prst="rect">
            <a:avLst/>
          </a:prstGeom>
          <a:solidFill>
            <a:srgbClr val="7CA1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sp>
        <p:nvSpPr>
          <p:cNvPr id="9" name="Rectángulo 8">
            <a:extLst>
              <a:ext uri="{FF2B5EF4-FFF2-40B4-BE49-F238E27FC236}">
                <a16:creationId xmlns:a16="http://schemas.microsoft.com/office/drawing/2014/main" id="{D07E93EB-EE97-45C7-7540-46C4B36D86A7}"/>
              </a:ext>
            </a:extLst>
          </p:cNvPr>
          <p:cNvSpPr/>
          <p:nvPr/>
        </p:nvSpPr>
        <p:spPr>
          <a:xfrm>
            <a:off x="1040196" y="836280"/>
            <a:ext cx="10111609" cy="5185440"/>
          </a:xfrm>
          <a:prstGeom prst="rect">
            <a:avLst/>
          </a:prstGeom>
          <a:solidFill>
            <a:srgbClr val="414C59">
              <a:alpha val="70000"/>
            </a:srgbClr>
          </a:solidFill>
          <a:ln w="0">
            <a:noFill/>
          </a:ln>
        </p:spPr>
        <p:style>
          <a:lnRef idx="0">
            <a:scrgbClr r="0" g="0" b="0"/>
          </a:lnRef>
          <a:fillRef idx="0">
            <a:scrgbClr r="0" g="0" b="0"/>
          </a:fillRef>
          <a:effectRef idx="0">
            <a:scrgbClr r="0" g="0" b="0"/>
          </a:effectRef>
          <a:fontRef idx="minor"/>
        </p:style>
        <p:txBody>
          <a:bodyPr/>
          <a:lstStyle/>
          <a:p>
            <a:endParaRPr lang="en-GB" sz="2161"/>
          </a:p>
        </p:txBody>
      </p:sp>
      <p:sp>
        <p:nvSpPr>
          <p:cNvPr id="10" name="Rectángulo 9">
            <a:extLst>
              <a:ext uri="{FF2B5EF4-FFF2-40B4-BE49-F238E27FC236}">
                <a16:creationId xmlns:a16="http://schemas.microsoft.com/office/drawing/2014/main" id="{F1F11A1B-8E62-4E36-F992-0301E832C9F2}"/>
              </a:ext>
            </a:extLst>
          </p:cNvPr>
          <p:cNvSpPr/>
          <p:nvPr/>
        </p:nvSpPr>
        <p:spPr>
          <a:xfrm>
            <a:off x="1040196" y="4466203"/>
            <a:ext cx="10111609" cy="1555517"/>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2" dirty="0"/>
          </a:p>
        </p:txBody>
      </p:sp>
      <p:pic>
        <p:nvPicPr>
          <p:cNvPr id="11" name="Imagen 10">
            <a:extLst>
              <a:ext uri="{FF2B5EF4-FFF2-40B4-BE49-F238E27FC236}">
                <a16:creationId xmlns:a16="http://schemas.microsoft.com/office/drawing/2014/main" id="{5ED7F4AD-BF29-2C9B-D441-C3F5D273E6B1}"/>
              </a:ext>
            </a:extLst>
          </p:cNvPr>
          <p:cNvPicPr>
            <a:picLocks noChangeAspect="1"/>
          </p:cNvPicPr>
          <p:nvPr/>
        </p:nvPicPr>
        <p:blipFill>
          <a:blip r:embed="rId4"/>
          <a:stretch>
            <a:fillRect/>
          </a:stretch>
        </p:blipFill>
        <p:spPr>
          <a:xfrm>
            <a:off x="4669846" y="2499740"/>
            <a:ext cx="2852309" cy="817483"/>
          </a:xfrm>
          <a:prstGeom prst="rect">
            <a:avLst/>
          </a:prstGeom>
        </p:spPr>
      </p:pic>
      <p:sp>
        <p:nvSpPr>
          <p:cNvPr id="12" name="Título 11">
            <a:extLst>
              <a:ext uri="{FF2B5EF4-FFF2-40B4-BE49-F238E27FC236}">
                <a16:creationId xmlns:a16="http://schemas.microsoft.com/office/drawing/2014/main" id="{C0360BE2-422B-4D63-AB17-1FFD3338D954}"/>
              </a:ext>
            </a:extLst>
          </p:cNvPr>
          <p:cNvSpPr txBox="1">
            <a:spLocks/>
          </p:cNvSpPr>
          <p:nvPr/>
        </p:nvSpPr>
        <p:spPr>
          <a:xfrm>
            <a:off x="1736836" y="5081303"/>
            <a:ext cx="9075528" cy="542463"/>
          </a:xfrm>
          <a:prstGeom prst="rect">
            <a:avLst/>
          </a:prstGeom>
        </p:spPr>
        <p:txBody>
          <a:bodyPr/>
          <a:lstStyle>
            <a:lvl1pPr algn="ctr" defTabSz="914400" rtl="0" eaLnBrk="1" latinLnBrk="0" hangingPunct="1">
              <a:spcBef>
                <a:spcPct val="0"/>
              </a:spcBef>
              <a:buNone/>
              <a:defRPr sz="2400" b="1" kern="1200">
                <a:solidFill>
                  <a:schemeClr val="bg1"/>
                </a:solidFill>
                <a:latin typeface="Lato" panose="020F0502020204030203" pitchFamily="34" charset="0"/>
                <a:ea typeface="Open Sans" panose="020B0606030504020204" pitchFamily="34" charset="0"/>
                <a:cs typeface="Open Sans" panose="020B0606030504020204" pitchFamily="34" charset="0"/>
              </a:defRPr>
            </a:lvl1pPr>
          </a:lstStyle>
          <a:p>
            <a:r>
              <a:rPr lang="es-ES" sz="2881" dirty="0"/>
              <a:t>DEMO</a:t>
            </a:r>
          </a:p>
        </p:txBody>
      </p:sp>
    </p:spTree>
    <p:extLst>
      <p:ext uri="{BB962C8B-B14F-4D97-AF65-F5344CB8AC3E}">
        <p14:creationId xmlns:p14="http://schemas.microsoft.com/office/powerpoint/2010/main" val="176913529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47114-C1E0-EDF8-B2E1-340606224961}"/>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F1E55392-C48A-20DE-3BB7-3074CF68C6BF}"/>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dirty="0"/>
          </a:p>
        </p:txBody>
      </p:sp>
      <p:sp>
        <p:nvSpPr>
          <p:cNvPr id="3" name="Marcador de texto 18">
            <a:extLst>
              <a:ext uri="{FF2B5EF4-FFF2-40B4-BE49-F238E27FC236}">
                <a16:creationId xmlns:a16="http://schemas.microsoft.com/office/drawing/2014/main" id="{11B7B74E-4EBA-DD81-1776-C362B5F57BA6}"/>
              </a:ext>
            </a:extLst>
          </p:cNvPr>
          <p:cNvSpPr txBox="1">
            <a:spLocks/>
          </p:cNvSpPr>
          <p:nvPr/>
        </p:nvSpPr>
        <p:spPr>
          <a:xfrm>
            <a:off x="305097" y="156143"/>
            <a:ext cx="9853493" cy="470695"/>
          </a:xfrm>
          <a:prstGeom prst="rect">
            <a:avLst/>
          </a:prstGeom>
        </p:spPr>
        <p:txBody>
          <a:bodyPr/>
          <a:lstStyle>
            <a:lvl1pPr marL="0" indent="0" algn="l" defTabSz="914400" rtl="0" eaLnBrk="1" latinLnBrk="0" hangingPunct="1">
              <a:spcBef>
                <a:spcPct val="20000"/>
              </a:spcBef>
              <a:buFont typeface="Arial" pitchFamily="34" charset="0"/>
              <a:buNone/>
              <a:defRPr sz="1800" b="0" kern="1200">
                <a:solidFill>
                  <a:schemeClr val="bg1"/>
                </a:solidFill>
                <a:latin typeface="Lato" panose="020F0502020204030203"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161" dirty="0" err="1"/>
              <a:t>EDICOMCompliance</a:t>
            </a:r>
            <a:endParaRPr lang="es-ES" sz="2161" dirty="0"/>
          </a:p>
        </p:txBody>
      </p:sp>
      <p:pic>
        <p:nvPicPr>
          <p:cNvPr id="4" name="Imagen 3">
            <a:extLst>
              <a:ext uri="{FF2B5EF4-FFF2-40B4-BE49-F238E27FC236}">
                <a16:creationId xmlns:a16="http://schemas.microsoft.com/office/drawing/2014/main" id="{9594EAC4-4510-7B9A-E4E0-E236B2D1FA9E}"/>
              </a:ext>
            </a:extLst>
          </p:cNvPr>
          <p:cNvPicPr>
            <a:picLocks noChangeAspect="1"/>
          </p:cNvPicPr>
          <p:nvPr/>
        </p:nvPicPr>
        <p:blipFill>
          <a:blip r:embed="rId3"/>
          <a:stretch>
            <a:fillRect/>
          </a:stretch>
        </p:blipFill>
        <p:spPr>
          <a:xfrm>
            <a:off x="10482789" y="178278"/>
            <a:ext cx="1374930" cy="367348"/>
          </a:xfrm>
          <a:prstGeom prst="rect">
            <a:avLst/>
          </a:prstGeom>
        </p:spPr>
      </p:pic>
      <p:cxnSp>
        <p:nvCxnSpPr>
          <p:cNvPr id="7" name="Conector recto 6">
            <a:extLst>
              <a:ext uri="{FF2B5EF4-FFF2-40B4-BE49-F238E27FC236}">
                <a16:creationId xmlns:a16="http://schemas.microsoft.com/office/drawing/2014/main" id="{25BA0539-C725-5342-DA82-E0A369694DBC}"/>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pic>
        <p:nvPicPr>
          <p:cNvPr id="5" name="Imagen 1">
            <a:extLst>
              <a:ext uri="{FF2B5EF4-FFF2-40B4-BE49-F238E27FC236}">
                <a16:creationId xmlns:a16="http://schemas.microsoft.com/office/drawing/2014/main" id="{5F00DDE1-279B-6421-115E-2BDD96AAD367}"/>
              </a:ext>
              <a:ext uri="{147F2762-F138-4A5C-976F-8EAC2B608ADB}">
                <a16:predDERef xmlns:a16="http://schemas.microsoft.com/office/drawing/2014/main" pred="{8F3A7422-B5AB-2D3D-472A-481B27FD8C10}"/>
              </a:ext>
            </a:extLst>
          </p:cNvPr>
          <p:cNvPicPr>
            <a:picLocks noChangeAspect="1"/>
          </p:cNvPicPr>
          <p:nvPr/>
        </p:nvPicPr>
        <p:blipFill>
          <a:blip r:embed="rId4"/>
          <a:stretch>
            <a:fillRect/>
          </a:stretch>
        </p:blipFill>
        <p:spPr>
          <a:xfrm>
            <a:off x="708763" y="927836"/>
            <a:ext cx="10774473" cy="5819865"/>
          </a:xfrm>
          <a:prstGeom prst="rect">
            <a:avLst/>
          </a:prstGeom>
        </p:spPr>
      </p:pic>
    </p:spTree>
    <p:extLst>
      <p:ext uri="{BB962C8B-B14F-4D97-AF65-F5344CB8AC3E}">
        <p14:creationId xmlns:p14="http://schemas.microsoft.com/office/powerpoint/2010/main" val="210072447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F4F3C-E615-377B-42E7-0B7090D316CC}"/>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11B78850-2761-7431-0262-15B22F8F843C}"/>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dirty="0"/>
          </a:p>
        </p:txBody>
      </p:sp>
      <p:sp>
        <p:nvSpPr>
          <p:cNvPr id="3" name="Marcador de texto 18">
            <a:extLst>
              <a:ext uri="{FF2B5EF4-FFF2-40B4-BE49-F238E27FC236}">
                <a16:creationId xmlns:a16="http://schemas.microsoft.com/office/drawing/2014/main" id="{421FE58A-BA41-2475-D156-CC3761663A33}"/>
              </a:ext>
            </a:extLst>
          </p:cNvPr>
          <p:cNvSpPr txBox="1">
            <a:spLocks/>
          </p:cNvSpPr>
          <p:nvPr/>
        </p:nvSpPr>
        <p:spPr>
          <a:xfrm>
            <a:off x="305097" y="156143"/>
            <a:ext cx="9853493" cy="470695"/>
          </a:xfrm>
          <a:prstGeom prst="rect">
            <a:avLst/>
          </a:prstGeom>
        </p:spPr>
        <p:txBody>
          <a:bodyPr/>
          <a:lstStyle>
            <a:lvl1pPr marL="0" indent="0" algn="l" defTabSz="914400" rtl="0" eaLnBrk="1" latinLnBrk="0" hangingPunct="1">
              <a:spcBef>
                <a:spcPct val="20000"/>
              </a:spcBef>
              <a:buFont typeface="Arial" pitchFamily="34" charset="0"/>
              <a:buNone/>
              <a:defRPr sz="1800" b="0" kern="1200">
                <a:solidFill>
                  <a:schemeClr val="bg1"/>
                </a:solidFill>
                <a:latin typeface="Lato" panose="020F0502020204030203"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161" dirty="0" err="1"/>
              <a:t>EDICOMCompliance</a:t>
            </a:r>
            <a:endParaRPr lang="es-ES" sz="2161" dirty="0"/>
          </a:p>
        </p:txBody>
      </p:sp>
      <p:pic>
        <p:nvPicPr>
          <p:cNvPr id="4" name="Imagen 3">
            <a:extLst>
              <a:ext uri="{FF2B5EF4-FFF2-40B4-BE49-F238E27FC236}">
                <a16:creationId xmlns:a16="http://schemas.microsoft.com/office/drawing/2014/main" id="{B849B118-8078-9C57-62BD-BA27D08FB777}"/>
              </a:ext>
            </a:extLst>
          </p:cNvPr>
          <p:cNvPicPr>
            <a:picLocks noChangeAspect="1"/>
          </p:cNvPicPr>
          <p:nvPr/>
        </p:nvPicPr>
        <p:blipFill>
          <a:blip r:embed="rId3"/>
          <a:stretch>
            <a:fillRect/>
          </a:stretch>
        </p:blipFill>
        <p:spPr>
          <a:xfrm>
            <a:off x="10482789" y="178278"/>
            <a:ext cx="1374930" cy="367348"/>
          </a:xfrm>
          <a:prstGeom prst="rect">
            <a:avLst/>
          </a:prstGeom>
        </p:spPr>
      </p:pic>
      <p:cxnSp>
        <p:nvCxnSpPr>
          <p:cNvPr id="7" name="Conector recto 6">
            <a:extLst>
              <a:ext uri="{FF2B5EF4-FFF2-40B4-BE49-F238E27FC236}">
                <a16:creationId xmlns:a16="http://schemas.microsoft.com/office/drawing/2014/main" id="{D7C6810A-27CF-3CC8-925D-65B68D336C80}"/>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pic>
        <p:nvPicPr>
          <p:cNvPr id="6" name="Imagen 2">
            <a:extLst>
              <a:ext uri="{FF2B5EF4-FFF2-40B4-BE49-F238E27FC236}">
                <a16:creationId xmlns:a16="http://schemas.microsoft.com/office/drawing/2014/main" id="{FF994226-95B5-F50E-DF62-1F98E83DF3E7}"/>
              </a:ext>
              <a:ext uri="{147F2762-F138-4A5C-976F-8EAC2B608ADB}">
                <a16:predDERef xmlns:a16="http://schemas.microsoft.com/office/drawing/2014/main" pred="{5F00DDE1-279B-6421-115E-2BDD96AAD367}"/>
              </a:ext>
            </a:extLst>
          </p:cNvPr>
          <p:cNvPicPr>
            <a:picLocks noChangeAspect="1"/>
          </p:cNvPicPr>
          <p:nvPr/>
        </p:nvPicPr>
        <p:blipFill>
          <a:blip r:embed="rId4"/>
          <a:stretch>
            <a:fillRect/>
          </a:stretch>
        </p:blipFill>
        <p:spPr>
          <a:xfrm>
            <a:off x="905347" y="770214"/>
            <a:ext cx="10711098" cy="6087786"/>
          </a:xfrm>
          <a:prstGeom prst="rect">
            <a:avLst/>
          </a:prstGeom>
        </p:spPr>
      </p:pic>
    </p:spTree>
    <p:extLst>
      <p:ext uri="{BB962C8B-B14F-4D97-AF65-F5344CB8AC3E}">
        <p14:creationId xmlns:p14="http://schemas.microsoft.com/office/powerpoint/2010/main" val="141861035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6A41E-03AB-2531-3D15-EF7AF0A9002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FF41015A-D8C8-4772-4C39-BA1F13EA0408}"/>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dirty="0"/>
          </a:p>
        </p:txBody>
      </p:sp>
      <p:sp>
        <p:nvSpPr>
          <p:cNvPr id="3" name="Marcador de texto 18">
            <a:extLst>
              <a:ext uri="{FF2B5EF4-FFF2-40B4-BE49-F238E27FC236}">
                <a16:creationId xmlns:a16="http://schemas.microsoft.com/office/drawing/2014/main" id="{24AE435B-E5F1-05F6-BD56-18E1F4F9DA13}"/>
              </a:ext>
            </a:extLst>
          </p:cNvPr>
          <p:cNvSpPr txBox="1">
            <a:spLocks/>
          </p:cNvSpPr>
          <p:nvPr/>
        </p:nvSpPr>
        <p:spPr>
          <a:xfrm>
            <a:off x="305097" y="156143"/>
            <a:ext cx="9853493" cy="470695"/>
          </a:xfrm>
          <a:prstGeom prst="rect">
            <a:avLst/>
          </a:prstGeom>
        </p:spPr>
        <p:txBody>
          <a:bodyPr/>
          <a:lstStyle>
            <a:lvl1pPr marL="0" indent="0" algn="l" defTabSz="914400" rtl="0" eaLnBrk="1" latinLnBrk="0" hangingPunct="1">
              <a:spcBef>
                <a:spcPct val="20000"/>
              </a:spcBef>
              <a:buFont typeface="Arial" pitchFamily="34" charset="0"/>
              <a:buNone/>
              <a:defRPr sz="1800" b="0" kern="1200">
                <a:solidFill>
                  <a:schemeClr val="bg1"/>
                </a:solidFill>
                <a:latin typeface="Lato" panose="020F0502020204030203"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161" dirty="0" err="1"/>
              <a:t>EDICOMCompliance</a:t>
            </a:r>
            <a:endParaRPr lang="es-ES" sz="2161" dirty="0"/>
          </a:p>
        </p:txBody>
      </p:sp>
      <p:pic>
        <p:nvPicPr>
          <p:cNvPr id="4" name="Imagen 3">
            <a:extLst>
              <a:ext uri="{FF2B5EF4-FFF2-40B4-BE49-F238E27FC236}">
                <a16:creationId xmlns:a16="http://schemas.microsoft.com/office/drawing/2014/main" id="{F9CF9737-5955-114A-90FB-5D20C129117D}"/>
              </a:ext>
            </a:extLst>
          </p:cNvPr>
          <p:cNvPicPr>
            <a:picLocks noChangeAspect="1"/>
          </p:cNvPicPr>
          <p:nvPr/>
        </p:nvPicPr>
        <p:blipFill>
          <a:blip r:embed="rId3"/>
          <a:stretch>
            <a:fillRect/>
          </a:stretch>
        </p:blipFill>
        <p:spPr>
          <a:xfrm>
            <a:off x="10482789" y="178278"/>
            <a:ext cx="1374930" cy="367348"/>
          </a:xfrm>
          <a:prstGeom prst="rect">
            <a:avLst/>
          </a:prstGeom>
        </p:spPr>
      </p:pic>
      <p:cxnSp>
        <p:nvCxnSpPr>
          <p:cNvPr id="7" name="Conector recto 6">
            <a:extLst>
              <a:ext uri="{FF2B5EF4-FFF2-40B4-BE49-F238E27FC236}">
                <a16:creationId xmlns:a16="http://schemas.microsoft.com/office/drawing/2014/main" id="{5E002AB9-771C-9989-5FD1-CF2B9D292F82}"/>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pic>
        <p:nvPicPr>
          <p:cNvPr id="6" name="Imagen 2">
            <a:extLst>
              <a:ext uri="{FF2B5EF4-FFF2-40B4-BE49-F238E27FC236}">
                <a16:creationId xmlns:a16="http://schemas.microsoft.com/office/drawing/2014/main" id="{46509881-1AC6-D3A0-1D54-7CFF59E1C414}"/>
              </a:ext>
              <a:ext uri="{147F2762-F138-4A5C-976F-8EAC2B608ADB}">
                <a16:predDERef xmlns:a16="http://schemas.microsoft.com/office/drawing/2014/main" pred="{5F00DDE1-279B-6421-115E-2BDD96AAD36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05347" y="793653"/>
            <a:ext cx="10711098" cy="6040907"/>
          </a:xfrm>
          <a:prstGeom prst="rect">
            <a:avLst/>
          </a:prstGeom>
        </p:spPr>
      </p:pic>
    </p:spTree>
    <p:extLst>
      <p:ext uri="{BB962C8B-B14F-4D97-AF65-F5344CB8AC3E}">
        <p14:creationId xmlns:p14="http://schemas.microsoft.com/office/powerpoint/2010/main" val="115807107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BFDBB-1373-EAF9-CA14-1AEA7FA6B058}"/>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4BE35979-F3CE-BFCC-8FCE-C0A1B9E0E166}"/>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dirty="0"/>
          </a:p>
        </p:txBody>
      </p:sp>
      <p:sp>
        <p:nvSpPr>
          <p:cNvPr id="3" name="Marcador de texto 18">
            <a:extLst>
              <a:ext uri="{FF2B5EF4-FFF2-40B4-BE49-F238E27FC236}">
                <a16:creationId xmlns:a16="http://schemas.microsoft.com/office/drawing/2014/main" id="{347893D5-E1FB-B8B2-AA7B-85705F78C789}"/>
              </a:ext>
            </a:extLst>
          </p:cNvPr>
          <p:cNvSpPr txBox="1">
            <a:spLocks/>
          </p:cNvSpPr>
          <p:nvPr/>
        </p:nvSpPr>
        <p:spPr>
          <a:xfrm>
            <a:off x="305097" y="156143"/>
            <a:ext cx="9853493" cy="470695"/>
          </a:xfrm>
          <a:prstGeom prst="rect">
            <a:avLst/>
          </a:prstGeom>
        </p:spPr>
        <p:txBody>
          <a:bodyPr/>
          <a:lstStyle>
            <a:lvl1pPr marL="0" indent="0" algn="l" defTabSz="914400" rtl="0" eaLnBrk="1" latinLnBrk="0" hangingPunct="1">
              <a:spcBef>
                <a:spcPct val="20000"/>
              </a:spcBef>
              <a:buFont typeface="Arial" pitchFamily="34" charset="0"/>
              <a:buNone/>
              <a:defRPr sz="1800" b="0" kern="1200">
                <a:solidFill>
                  <a:schemeClr val="bg1"/>
                </a:solidFill>
                <a:latin typeface="Lato" panose="020F0502020204030203"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161" dirty="0" err="1"/>
              <a:t>EDICOMCompliance</a:t>
            </a:r>
            <a:endParaRPr lang="es-ES" sz="2161" dirty="0"/>
          </a:p>
        </p:txBody>
      </p:sp>
      <p:pic>
        <p:nvPicPr>
          <p:cNvPr id="4" name="Imagen 3">
            <a:extLst>
              <a:ext uri="{FF2B5EF4-FFF2-40B4-BE49-F238E27FC236}">
                <a16:creationId xmlns:a16="http://schemas.microsoft.com/office/drawing/2014/main" id="{860AAF42-2544-7478-0261-AAFFB6BA7D69}"/>
              </a:ext>
            </a:extLst>
          </p:cNvPr>
          <p:cNvPicPr>
            <a:picLocks noChangeAspect="1"/>
          </p:cNvPicPr>
          <p:nvPr/>
        </p:nvPicPr>
        <p:blipFill>
          <a:blip r:embed="rId3"/>
          <a:stretch>
            <a:fillRect/>
          </a:stretch>
        </p:blipFill>
        <p:spPr>
          <a:xfrm>
            <a:off x="10482789" y="178278"/>
            <a:ext cx="1374930" cy="367348"/>
          </a:xfrm>
          <a:prstGeom prst="rect">
            <a:avLst/>
          </a:prstGeom>
        </p:spPr>
      </p:pic>
      <p:cxnSp>
        <p:nvCxnSpPr>
          <p:cNvPr id="7" name="Conector recto 6">
            <a:extLst>
              <a:ext uri="{FF2B5EF4-FFF2-40B4-BE49-F238E27FC236}">
                <a16:creationId xmlns:a16="http://schemas.microsoft.com/office/drawing/2014/main" id="{A8D0791A-4F36-8132-0CEC-DB9C0DD70520}"/>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pic>
        <p:nvPicPr>
          <p:cNvPr id="6" name="Imagen 2">
            <a:extLst>
              <a:ext uri="{FF2B5EF4-FFF2-40B4-BE49-F238E27FC236}">
                <a16:creationId xmlns:a16="http://schemas.microsoft.com/office/drawing/2014/main" id="{9FC91A85-DCE6-5645-2AC9-4701C7E4A2D1}"/>
              </a:ext>
              <a:ext uri="{147F2762-F138-4A5C-976F-8EAC2B608ADB}">
                <a16:predDERef xmlns:a16="http://schemas.microsoft.com/office/drawing/2014/main" pred="{5F00DDE1-279B-6421-115E-2BDD96AAD36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05347" y="793653"/>
            <a:ext cx="10711098" cy="6040907"/>
          </a:xfrm>
          <a:prstGeom prst="rect">
            <a:avLst/>
          </a:prstGeom>
        </p:spPr>
      </p:pic>
      <p:pic>
        <p:nvPicPr>
          <p:cNvPr id="5" name="Imagen 4">
            <a:extLst>
              <a:ext uri="{FF2B5EF4-FFF2-40B4-BE49-F238E27FC236}">
                <a16:creationId xmlns:a16="http://schemas.microsoft.com/office/drawing/2014/main" id="{A164CC7D-6690-E06F-5BD7-B34FEB23833E}"/>
              </a:ext>
              <a:ext uri="{147F2762-F138-4A5C-976F-8EAC2B608ADB}">
                <a16:predDERef xmlns:a16="http://schemas.microsoft.com/office/drawing/2014/main" pred="{4B64D671-7C2F-8832-DB5C-A2170B550FC4}"/>
              </a:ext>
            </a:extLst>
          </p:cNvPr>
          <p:cNvPicPr>
            <a:picLocks noChangeAspect="1"/>
          </p:cNvPicPr>
          <p:nvPr/>
        </p:nvPicPr>
        <p:blipFill>
          <a:blip r:embed="rId5"/>
          <a:stretch>
            <a:fillRect/>
          </a:stretch>
        </p:blipFill>
        <p:spPr>
          <a:xfrm>
            <a:off x="2829246" y="3098300"/>
            <a:ext cx="7848600" cy="3086100"/>
          </a:xfrm>
          <a:prstGeom prst="rect">
            <a:avLst/>
          </a:prstGeom>
        </p:spPr>
      </p:pic>
    </p:spTree>
    <p:extLst>
      <p:ext uri="{BB962C8B-B14F-4D97-AF65-F5344CB8AC3E}">
        <p14:creationId xmlns:p14="http://schemas.microsoft.com/office/powerpoint/2010/main" val="30629729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470E1-7A16-B629-D5A7-6D11E4C513F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C098B156-AD12-73A5-EC23-1082C3093957}"/>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dirty="0"/>
          </a:p>
        </p:txBody>
      </p:sp>
      <p:sp>
        <p:nvSpPr>
          <p:cNvPr id="3" name="Marcador de texto 18">
            <a:extLst>
              <a:ext uri="{FF2B5EF4-FFF2-40B4-BE49-F238E27FC236}">
                <a16:creationId xmlns:a16="http://schemas.microsoft.com/office/drawing/2014/main" id="{9693B4CE-5680-6F29-AC1C-22871DD15C08}"/>
              </a:ext>
            </a:extLst>
          </p:cNvPr>
          <p:cNvSpPr txBox="1">
            <a:spLocks/>
          </p:cNvSpPr>
          <p:nvPr/>
        </p:nvSpPr>
        <p:spPr>
          <a:xfrm>
            <a:off x="305097" y="156143"/>
            <a:ext cx="9853493" cy="470695"/>
          </a:xfrm>
          <a:prstGeom prst="rect">
            <a:avLst/>
          </a:prstGeom>
        </p:spPr>
        <p:txBody>
          <a:bodyPr/>
          <a:lstStyle>
            <a:lvl1pPr marL="0" indent="0" algn="l" defTabSz="914400" rtl="0" eaLnBrk="1" latinLnBrk="0" hangingPunct="1">
              <a:spcBef>
                <a:spcPct val="20000"/>
              </a:spcBef>
              <a:buFont typeface="Arial" pitchFamily="34" charset="0"/>
              <a:buNone/>
              <a:defRPr sz="1800" b="0" kern="1200">
                <a:solidFill>
                  <a:schemeClr val="bg1"/>
                </a:solidFill>
                <a:latin typeface="Lato" panose="020F0502020204030203"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161" dirty="0" err="1"/>
              <a:t>EDICOMCompliance</a:t>
            </a:r>
            <a:endParaRPr lang="es-ES" sz="2161" dirty="0"/>
          </a:p>
        </p:txBody>
      </p:sp>
      <p:pic>
        <p:nvPicPr>
          <p:cNvPr id="4" name="Imagen 3">
            <a:extLst>
              <a:ext uri="{FF2B5EF4-FFF2-40B4-BE49-F238E27FC236}">
                <a16:creationId xmlns:a16="http://schemas.microsoft.com/office/drawing/2014/main" id="{0A0CA3A8-609A-D84D-F001-9D546A2FFF26}"/>
              </a:ext>
            </a:extLst>
          </p:cNvPr>
          <p:cNvPicPr>
            <a:picLocks noChangeAspect="1"/>
          </p:cNvPicPr>
          <p:nvPr/>
        </p:nvPicPr>
        <p:blipFill>
          <a:blip r:embed="rId3"/>
          <a:stretch>
            <a:fillRect/>
          </a:stretch>
        </p:blipFill>
        <p:spPr>
          <a:xfrm>
            <a:off x="10482789" y="178278"/>
            <a:ext cx="1374930" cy="367348"/>
          </a:xfrm>
          <a:prstGeom prst="rect">
            <a:avLst/>
          </a:prstGeom>
        </p:spPr>
      </p:pic>
      <p:cxnSp>
        <p:nvCxnSpPr>
          <p:cNvPr id="7" name="Conector recto 6">
            <a:extLst>
              <a:ext uri="{FF2B5EF4-FFF2-40B4-BE49-F238E27FC236}">
                <a16:creationId xmlns:a16="http://schemas.microsoft.com/office/drawing/2014/main" id="{B7A3B714-891F-AE03-111A-B34D51C0BC5F}"/>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pic>
        <p:nvPicPr>
          <p:cNvPr id="6" name="Imagen 2">
            <a:extLst>
              <a:ext uri="{FF2B5EF4-FFF2-40B4-BE49-F238E27FC236}">
                <a16:creationId xmlns:a16="http://schemas.microsoft.com/office/drawing/2014/main" id="{B8EA45A3-994D-BBCE-4E1E-A27470D4B832}"/>
              </a:ext>
              <a:ext uri="{147F2762-F138-4A5C-976F-8EAC2B608ADB}">
                <a16:predDERef xmlns:a16="http://schemas.microsoft.com/office/drawing/2014/main" pred="{5F00DDE1-279B-6421-115E-2BDD96AAD367}"/>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51030" y="1160186"/>
            <a:ext cx="12040759" cy="4973487"/>
          </a:xfrm>
          <a:prstGeom prst="rect">
            <a:avLst/>
          </a:prstGeom>
        </p:spPr>
      </p:pic>
    </p:spTree>
    <p:extLst>
      <p:ext uri="{BB962C8B-B14F-4D97-AF65-F5344CB8AC3E}">
        <p14:creationId xmlns:p14="http://schemas.microsoft.com/office/powerpoint/2010/main" val="4214436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A09A3-EF22-694D-0E1D-5C1128CE3558}"/>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947239E3-E425-DC04-DFFC-547773A44EF7}"/>
              </a:ext>
            </a:extLst>
          </p:cNvPr>
          <p:cNvSpPr/>
          <p:nvPr/>
        </p:nvSpPr>
        <p:spPr>
          <a:xfrm>
            <a:off x="8546" y="0"/>
            <a:ext cx="12183243" cy="749558"/>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dirty="0"/>
          </a:p>
        </p:txBody>
      </p:sp>
      <p:sp>
        <p:nvSpPr>
          <p:cNvPr id="3" name="Marcador de texto 18">
            <a:extLst>
              <a:ext uri="{FF2B5EF4-FFF2-40B4-BE49-F238E27FC236}">
                <a16:creationId xmlns:a16="http://schemas.microsoft.com/office/drawing/2014/main" id="{DB5E5E00-BEB7-8BE6-5BBE-D71B7B69F6C6}"/>
              </a:ext>
            </a:extLst>
          </p:cNvPr>
          <p:cNvSpPr txBox="1">
            <a:spLocks/>
          </p:cNvSpPr>
          <p:nvPr/>
        </p:nvSpPr>
        <p:spPr>
          <a:xfrm>
            <a:off x="305097" y="156143"/>
            <a:ext cx="9853493" cy="470695"/>
          </a:xfrm>
          <a:prstGeom prst="rect">
            <a:avLst/>
          </a:prstGeom>
        </p:spPr>
        <p:txBody>
          <a:bodyPr/>
          <a:lstStyle>
            <a:lvl1pPr marL="0" indent="0" algn="l" defTabSz="914400" rtl="0" eaLnBrk="1" latinLnBrk="0" hangingPunct="1">
              <a:spcBef>
                <a:spcPct val="20000"/>
              </a:spcBef>
              <a:buFont typeface="Arial" pitchFamily="34" charset="0"/>
              <a:buNone/>
              <a:defRPr sz="1800" b="0" kern="1200">
                <a:solidFill>
                  <a:schemeClr val="bg1"/>
                </a:solidFill>
                <a:latin typeface="Lato" panose="020F0502020204030203"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2161" dirty="0" err="1"/>
              <a:t>EDICOMCompliance</a:t>
            </a:r>
            <a:endParaRPr lang="es-ES" sz="2161" dirty="0"/>
          </a:p>
        </p:txBody>
      </p:sp>
      <p:pic>
        <p:nvPicPr>
          <p:cNvPr id="4" name="Imagen 3">
            <a:extLst>
              <a:ext uri="{FF2B5EF4-FFF2-40B4-BE49-F238E27FC236}">
                <a16:creationId xmlns:a16="http://schemas.microsoft.com/office/drawing/2014/main" id="{D8DB7854-3BC3-1FFA-17CA-14E2DC4B21FB}"/>
              </a:ext>
            </a:extLst>
          </p:cNvPr>
          <p:cNvPicPr>
            <a:picLocks noChangeAspect="1"/>
          </p:cNvPicPr>
          <p:nvPr/>
        </p:nvPicPr>
        <p:blipFill>
          <a:blip r:embed="rId3"/>
          <a:stretch>
            <a:fillRect/>
          </a:stretch>
        </p:blipFill>
        <p:spPr>
          <a:xfrm>
            <a:off x="10482789" y="178278"/>
            <a:ext cx="1374930" cy="367348"/>
          </a:xfrm>
          <a:prstGeom prst="rect">
            <a:avLst/>
          </a:prstGeom>
        </p:spPr>
      </p:pic>
      <p:cxnSp>
        <p:nvCxnSpPr>
          <p:cNvPr id="7" name="Conector recto 6">
            <a:extLst>
              <a:ext uri="{FF2B5EF4-FFF2-40B4-BE49-F238E27FC236}">
                <a16:creationId xmlns:a16="http://schemas.microsoft.com/office/drawing/2014/main" id="{2D8C97B1-57BA-4ADB-D46A-E74D1B4221C3}"/>
              </a:ext>
            </a:extLst>
          </p:cNvPr>
          <p:cNvCxnSpPr>
            <a:cxnSpLocks/>
          </p:cNvCxnSpPr>
          <p:nvPr/>
        </p:nvCxnSpPr>
        <p:spPr>
          <a:xfrm>
            <a:off x="33717" y="-4091"/>
            <a:ext cx="0" cy="749558"/>
          </a:xfrm>
          <a:prstGeom prst="line">
            <a:avLst/>
          </a:prstGeom>
          <a:ln w="69850">
            <a:solidFill>
              <a:srgbClr val="7CA1BC"/>
            </a:solidFill>
          </a:ln>
        </p:spPr>
        <p:style>
          <a:lnRef idx="1">
            <a:schemeClr val="accent1"/>
          </a:lnRef>
          <a:fillRef idx="0">
            <a:schemeClr val="accent1"/>
          </a:fillRef>
          <a:effectRef idx="0">
            <a:schemeClr val="accent1"/>
          </a:effectRef>
          <a:fontRef idx="minor">
            <a:schemeClr val="tx1"/>
          </a:fontRef>
        </p:style>
      </p:cxnSp>
      <p:pic>
        <p:nvPicPr>
          <p:cNvPr id="6" name="Imagen 2">
            <a:extLst>
              <a:ext uri="{FF2B5EF4-FFF2-40B4-BE49-F238E27FC236}">
                <a16:creationId xmlns:a16="http://schemas.microsoft.com/office/drawing/2014/main" id="{6C9AD0D1-C7C7-8E6B-32AF-CD005F7854E8}"/>
              </a:ext>
              <a:ext uri="{147F2762-F138-4A5C-976F-8EAC2B608ADB}">
                <a16:predDERef xmlns:a16="http://schemas.microsoft.com/office/drawing/2014/main" pred="{5F00DDE1-279B-6421-115E-2BDD96AAD367}"/>
              </a:ext>
            </a:extLst>
          </p:cNvPr>
          <p:cNvPicPr>
            <a:picLocks noChangeAspect="1"/>
          </p:cNvPicPr>
          <p:nvPr/>
        </p:nvPicPr>
        <p:blipFill>
          <a:blip r:embed="rId4"/>
          <a:stretch>
            <a:fillRect/>
          </a:stretch>
        </p:blipFill>
        <p:spPr>
          <a:xfrm>
            <a:off x="905347" y="770214"/>
            <a:ext cx="10711098" cy="6087786"/>
          </a:xfrm>
          <a:prstGeom prst="rect">
            <a:avLst/>
          </a:prstGeom>
        </p:spPr>
      </p:pic>
    </p:spTree>
    <p:extLst>
      <p:ext uri="{BB962C8B-B14F-4D97-AF65-F5344CB8AC3E}">
        <p14:creationId xmlns:p14="http://schemas.microsoft.com/office/powerpoint/2010/main" val="223032005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80E138D-9AFD-47C6-B13F-250CED5131A0}"/>
              </a:ext>
            </a:extLst>
          </p:cNvPr>
          <p:cNvSpPr/>
          <p:nvPr/>
        </p:nvSpPr>
        <p:spPr>
          <a:xfrm>
            <a:off x="212" y="-2364"/>
            <a:ext cx="12191577" cy="6858001"/>
          </a:xfrm>
          <a:prstGeom prst="rect">
            <a:avLst/>
          </a:prstGeom>
          <a:solidFill>
            <a:srgbClr val="343B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dirty="0"/>
          </a:p>
        </p:txBody>
      </p:sp>
      <p:grpSp>
        <p:nvGrpSpPr>
          <p:cNvPr id="3" name="Grupo 2">
            <a:extLst>
              <a:ext uri="{FF2B5EF4-FFF2-40B4-BE49-F238E27FC236}">
                <a16:creationId xmlns:a16="http://schemas.microsoft.com/office/drawing/2014/main" id="{1F6D901F-0842-4B19-A2FD-7B51B288BA05}"/>
              </a:ext>
            </a:extLst>
          </p:cNvPr>
          <p:cNvGrpSpPr/>
          <p:nvPr/>
        </p:nvGrpSpPr>
        <p:grpSpPr>
          <a:xfrm>
            <a:off x="304948" y="4467441"/>
            <a:ext cx="11582104" cy="1730786"/>
            <a:chOff x="253876" y="3944291"/>
            <a:chExt cx="9649072" cy="517522"/>
          </a:xfrm>
        </p:grpSpPr>
        <p:sp>
          <p:nvSpPr>
            <p:cNvPr id="4" name="Rectángulo 3">
              <a:extLst>
                <a:ext uri="{FF2B5EF4-FFF2-40B4-BE49-F238E27FC236}">
                  <a16:creationId xmlns:a16="http://schemas.microsoft.com/office/drawing/2014/main" id="{9744B49E-2588-4DC7-819B-464CA2911656}"/>
                </a:ext>
              </a:extLst>
            </p:cNvPr>
            <p:cNvSpPr/>
            <p:nvPr/>
          </p:nvSpPr>
          <p:spPr>
            <a:xfrm>
              <a:off x="253876" y="3944292"/>
              <a:ext cx="9649072" cy="517521"/>
            </a:xfrm>
            <a:prstGeom prst="rect">
              <a:avLst/>
            </a:prstGeom>
            <a:solidFill>
              <a:srgbClr val="3E46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dirty="0"/>
            </a:p>
          </p:txBody>
        </p:sp>
        <p:sp>
          <p:nvSpPr>
            <p:cNvPr id="5" name="Rectángulo 4">
              <a:extLst>
                <a:ext uri="{FF2B5EF4-FFF2-40B4-BE49-F238E27FC236}">
                  <a16:creationId xmlns:a16="http://schemas.microsoft.com/office/drawing/2014/main" id="{A0448E82-6F6F-401C-AEFC-05DEE218E79D}"/>
                </a:ext>
              </a:extLst>
            </p:cNvPr>
            <p:cNvSpPr/>
            <p:nvPr/>
          </p:nvSpPr>
          <p:spPr>
            <a:xfrm flipH="1">
              <a:off x="263513" y="3944291"/>
              <a:ext cx="43200" cy="517521"/>
            </a:xfrm>
            <a:prstGeom prst="rect">
              <a:avLst/>
            </a:prstGeom>
            <a:solidFill>
              <a:srgbClr val="7CA1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dirty="0"/>
            </a:p>
          </p:txBody>
        </p:sp>
        <p:sp>
          <p:nvSpPr>
            <p:cNvPr id="6" name="Rectángulo 5">
              <a:extLst>
                <a:ext uri="{FF2B5EF4-FFF2-40B4-BE49-F238E27FC236}">
                  <a16:creationId xmlns:a16="http://schemas.microsoft.com/office/drawing/2014/main" id="{35DB9819-3A43-415E-91F7-22ACE8BD0BA2}"/>
                </a:ext>
              </a:extLst>
            </p:cNvPr>
            <p:cNvSpPr/>
            <p:nvPr/>
          </p:nvSpPr>
          <p:spPr>
            <a:xfrm flipH="1">
              <a:off x="9846233" y="3944291"/>
              <a:ext cx="43200" cy="517521"/>
            </a:xfrm>
            <a:prstGeom prst="rect">
              <a:avLst/>
            </a:prstGeom>
            <a:solidFill>
              <a:srgbClr val="7CA1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2161"/>
            </a:p>
          </p:txBody>
        </p:sp>
      </p:grpSp>
      <p:pic>
        <p:nvPicPr>
          <p:cNvPr id="9" name="Imagen 8">
            <a:hlinkClick r:id="rId2"/>
            <a:extLst>
              <a:ext uri="{FF2B5EF4-FFF2-40B4-BE49-F238E27FC236}">
                <a16:creationId xmlns:a16="http://schemas.microsoft.com/office/drawing/2014/main" id="{B21F883A-A0F4-4A6E-B11F-AE77902632EB}"/>
              </a:ext>
            </a:extLst>
          </p:cNvPr>
          <p:cNvPicPr>
            <a:picLocks noChangeAspect="1"/>
          </p:cNvPicPr>
          <p:nvPr/>
        </p:nvPicPr>
        <p:blipFill>
          <a:blip r:embed="rId3"/>
          <a:stretch>
            <a:fillRect/>
          </a:stretch>
        </p:blipFill>
        <p:spPr>
          <a:xfrm>
            <a:off x="4809359" y="2478230"/>
            <a:ext cx="2571215" cy="736921"/>
          </a:xfrm>
          <a:prstGeom prst="rect">
            <a:avLst/>
          </a:prstGeom>
        </p:spPr>
      </p:pic>
      <p:sp>
        <p:nvSpPr>
          <p:cNvPr id="12" name="Marcador de texto 18">
            <a:extLst>
              <a:ext uri="{FF2B5EF4-FFF2-40B4-BE49-F238E27FC236}">
                <a16:creationId xmlns:a16="http://schemas.microsoft.com/office/drawing/2014/main" id="{1A1B474B-4D03-40C8-A758-85486ED5D615}"/>
              </a:ext>
            </a:extLst>
          </p:cNvPr>
          <p:cNvSpPr txBox="1">
            <a:spLocks/>
          </p:cNvSpPr>
          <p:nvPr/>
        </p:nvSpPr>
        <p:spPr>
          <a:xfrm>
            <a:off x="491453" y="4620200"/>
            <a:ext cx="6135804" cy="207745"/>
          </a:xfrm>
          <a:prstGeom prst="rect">
            <a:avLst/>
          </a:prstGeom>
        </p:spPr>
        <p:txBody>
          <a:bodyPr/>
          <a:lstStyle>
            <a:lvl1pPr marL="0" indent="0" algn="l" defTabSz="914400" rtl="0" eaLnBrk="1" latinLnBrk="0" hangingPunct="1">
              <a:lnSpc>
                <a:spcPts val="1000"/>
              </a:lnSpc>
              <a:spcBef>
                <a:spcPct val="20000"/>
              </a:spcBef>
              <a:buFont typeface="Arial" pitchFamily="34" charset="0"/>
              <a:buNone/>
              <a:defRPr sz="1000" kern="1200">
                <a:solidFill>
                  <a:srgbClr val="7EADCF"/>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1200" dirty="0" err="1"/>
              <a:t>Contact</a:t>
            </a:r>
            <a:endParaRPr lang="es-ES" sz="1200" dirty="0"/>
          </a:p>
        </p:txBody>
      </p:sp>
      <p:sp>
        <p:nvSpPr>
          <p:cNvPr id="13" name="Marcador de texto 18">
            <a:extLst>
              <a:ext uri="{FF2B5EF4-FFF2-40B4-BE49-F238E27FC236}">
                <a16:creationId xmlns:a16="http://schemas.microsoft.com/office/drawing/2014/main" id="{534943CD-0141-43F9-A710-E74DF0CC2C85}"/>
              </a:ext>
            </a:extLst>
          </p:cNvPr>
          <p:cNvSpPr txBox="1">
            <a:spLocks/>
          </p:cNvSpPr>
          <p:nvPr/>
        </p:nvSpPr>
        <p:spPr>
          <a:xfrm>
            <a:off x="478501" y="4931818"/>
            <a:ext cx="6135804" cy="500085"/>
          </a:xfrm>
          <a:prstGeom prst="rect">
            <a:avLst/>
          </a:prstGeom>
        </p:spPr>
        <p:txBody>
          <a:bodyPr lIns="91440" tIns="45720" rIns="91440" bIns="45720" anchor="t"/>
          <a:lstStyle>
            <a:lvl1pPr marL="171450" indent="-171450" algn="l" defTabSz="914400" rtl="0" eaLnBrk="1" latinLnBrk="0" hangingPunct="1">
              <a:lnSpc>
                <a:spcPts val="1000"/>
              </a:lnSpc>
              <a:spcBef>
                <a:spcPct val="20000"/>
              </a:spcBef>
              <a:buFont typeface="Arial" panose="020B0604020202020204" pitchFamily="34" charset="0"/>
              <a:buChar char="•"/>
              <a:defRPr sz="1000"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s-ES" sz="1200" b="1" dirty="0"/>
          </a:p>
          <a:p>
            <a:pPr marL="0" indent="0">
              <a:buNone/>
            </a:pPr>
            <a:endParaRPr lang="es-ES" sz="1200" dirty="0"/>
          </a:p>
          <a:p>
            <a:pPr marL="0" indent="0">
              <a:buNone/>
            </a:pPr>
            <a:r>
              <a:rPr lang="es-ES" sz="1200" dirty="0">
                <a:latin typeface="Open Sans"/>
                <a:ea typeface="Open Sans"/>
                <a:cs typeface="Open Sans"/>
              </a:rPr>
              <a:t>E-mail: </a:t>
            </a:r>
            <a:endParaRPr lang="es-ES" sz="1200" dirty="0">
              <a:solidFill>
                <a:srgbClr val="7EADCF"/>
              </a:solidFill>
              <a:latin typeface="Open Sans"/>
              <a:ea typeface="Open Sans"/>
              <a:cs typeface="Open Sans"/>
            </a:endParaRPr>
          </a:p>
          <a:p>
            <a:pPr marL="0" indent="0">
              <a:buNone/>
            </a:pPr>
            <a:endParaRPr lang="es-ES" sz="1200" dirty="0"/>
          </a:p>
          <a:p>
            <a:pPr marL="0" indent="0">
              <a:buNone/>
            </a:pPr>
            <a:r>
              <a:rPr lang="es-ES" sz="1200" dirty="0">
                <a:latin typeface="Open Sans"/>
                <a:ea typeface="Open Sans"/>
                <a:cs typeface="Open Sans"/>
              </a:rPr>
              <a:t>Ext: </a:t>
            </a:r>
          </a:p>
          <a:p>
            <a:pPr marL="0" indent="0">
              <a:buNone/>
            </a:pPr>
            <a:endParaRPr lang="es-ES" sz="1200" dirty="0"/>
          </a:p>
        </p:txBody>
      </p:sp>
      <p:sp>
        <p:nvSpPr>
          <p:cNvPr id="11" name="CuadroTexto 10">
            <a:extLst>
              <a:ext uri="{FF2B5EF4-FFF2-40B4-BE49-F238E27FC236}">
                <a16:creationId xmlns:a16="http://schemas.microsoft.com/office/drawing/2014/main" id="{2A43A09B-82CC-8D33-D51E-3BDFC02A96EB}"/>
              </a:ext>
            </a:extLst>
          </p:cNvPr>
          <p:cNvSpPr txBox="1"/>
          <p:nvPr/>
        </p:nvSpPr>
        <p:spPr>
          <a:xfrm>
            <a:off x="10067223" y="5762708"/>
            <a:ext cx="1319444" cy="276999"/>
          </a:xfrm>
          <a:prstGeom prst="rect">
            <a:avLst/>
          </a:prstGeom>
          <a:noFill/>
        </p:spPr>
        <p:txBody>
          <a:bodyPr wrap="square" rtlCol="0">
            <a:spAutoFit/>
          </a:bodyPr>
          <a:lstStyle/>
          <a:p>
            <a:pPr algn="r"/>
            <a:r>
              <a:rPr lang="pt-BR" sz="12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Let’s</a:t>
            </a:r>
            <a:r>
              <a:rPr lang="pt-BR" sz="1200" dirty="0">
                <a:solidFill>
                  <a:schemeClr val="bg1"/>
                </a:solidFill>
                <a:latin typeface="Open Sans" panose="020B0606030504020204" pitchFamily="34" charset="0"/>
                <a:ea typeface="Open Sans" panose="020B0606030504020204" pitchFamily="34" charset="0"/>
                <a:cs typeface="Open Sans" panose="020B0606030504020204" pitchFamily="34" charset="0"/>
              </a:rPr>
              <a:t> </a:t>
            </a:r>
            <a:r>
              <a:rPr lang="pt-BR" sz="1200" dirty="0" err="1">
                <a:solidFill>
                  <a:schemeClr val="bg1"/>
                </a:solidFill>
                <a:latin typeface="Open Sans" panose="020B0606030504020204" pitchFamily="34" charset="0"/>
                <a:ea typeface="Open Sans" panose="020B0606030504020204" pitchFamily="34" charset="0"/>
                <a:cs typeface="Open Sans" panose="020B0606030504020204" pitchFamily="34" charset="0"/>
              </a:rPr>
              <a:t>connect</a:t>
            </a:r>
            <a:r>
              <a:rPr lang="pt-BR" sz="1200" dirty="0">
                <a:solidFill>
                  <a:schemeClr val="bg1"/>
                </a:solidFill>
                <a:latin typeface="Open Sans" panose="020B0606030504020204" pitchFamily="34" charset="0"/>
                <a:ea typeface="Open Sans" panose="020B0606030504020204" pitchFamily="34" charset="0"/>
                <a:cs typeface="Open Sans" panose="020B0606030504020204" pitchFamily="34" charset="0"/>
              </a:rPr>
              <a:t>:</a:t>
            </a:r>
            <a:endParaRPr lang="es-ES" sz="12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Marcador de texto 18">
            <a:extLst>
              <a:ext uri="{FF2B5EF4-FFF2-40B4-BE49-F238E27FC236}">
                <a16:creationId xmlns:a16="http://schemas.microsoft.com/office/drawing/2014/main" id="{08180827-41CA-3983-B4ED-FBEC1E195EE2}"/>
              </a:ext>
            </a:extLst>
          </p:cNvPr>
          <p:cNvSpPr txBox="1">
            <a:spLocks/>
          </p:cNvSpPr>
          <p:nvPr/>
        </p:nvSpPr>
        <p:spPr>
          <a:xfrm>
            <a:off x="4405455" y="5068353"/>
            <a:ext cx="4443603" cy="1282629"/>
          </a:xfrm>
          <a:prstGeom prst="rect">
            <a:avLst/>
          </a:prstGeom>
        </p:spPr>
        <p:txBody>
          <a:bodyPr numCol="2"/>
          <a:lstStyle>
            <a:lvl1pPr marL="171450" indent="-171450" algn="l" defTabSz="914400" rtl="0" eaLnBrk="1" latinLnBrk="0" hangingPunct="1">
              <a:lnSpc>
                <a:spcPts val="1000"/>
              </a:lnSpc>
              <a:spcBef>
                <a:spcPct val="20000"/>
              </a:spcBef>
              <a:buFont typeface="Arial" panose="020B0604020202020204" pitchFamily="34" charset="0"/>
              <a:buChar char="•"/>
              <a:defRPr sz="1000"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l" defTabSz="914400" rtl="0" eaLnBrk="1" latinLnBrk="0" hangingPunct="1">
              <a:spcBef>
                <a:spcPct val="20000"/>
              </a:spcBef>
              <a:buFont typeface="Arial"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3716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1200" dirty="0"/>
              <a:t>ES: +34 961 366 565</a:t>
            </a:r>
          </a:p>
          <a:p>
            <a:r>
              <a:rPr lang="es-ES" sz="1200" dirty="0"/>
              <a:t>DK: +45 32 745 487</a:t>
            </a:r>
          </a:p>
          <a:p>
            <a:r>
              <a:rPr lang="es-ES" sz="1200" dirty="0"/>
              <a:t>SE: +46 850 513 095</a:t>
            </a:r>
          </a:p>
          <a:p>
            <a:r>
              <a:rPr lang="es-ES" sz="1200" dirty="0"/>
              <a:t>NO: +47 21 029 019</a:t>
            </a:r>
          </a:p>
          <a:p>
            <a:r>
              <a:rPr lang="es-ES" sz="1200" dirty="0"/>
              <a:t>FI: +358 931 581 564</a:t>
            </a:r>
          </a:p>
          <a:p>
            <a:pPr marL="0" indent="0">
              <a:buNone/>
            </a:pPr>
            <a:endParaRPr lang="es-ES" sz="1200" dirty="0"/>
          </a:p>
          <a:p>
            <a:pPr marL="0" indent="0">
              <a:buNone/>
            </a:pPr>
            <a:endParaRPr lang="es-ES" sz="1200" dirty="0"/>
          </a:p>
          <a:p>
            <a:r>
              <a:rPr lang="es-ES" sz="1200" dirty="0"/>
              <a:t>NL: +31 207 086 282</a:t>
            </a:r>
          </a:p>
          <a:p>
            <a:r>
              <a:rPr lang="es-ES" sz="1200" dirty="0"/>
              <a:t>BE: +32 787 900 52</a:t>
            </a:r>
          </a:p>
          <a:p>
            <a:r>
              <a:rPr lang="es-ES" sz="1200" dirty="0"/>
              <a:t>UK: +44 20 3451 1784</a:t>
            </a:r>
          </a:p>
          <a:p>
            <a:r>
              <a:rPr lang="es-ES" sz="1200" dirty="0"/>
              <a:t>IE: 353 1 4862 673</a:t>
            </a:r>
          </a:p>
          <a:p>
            <a:pPr marL="0" indent="0">
              <a:buNone/>
            </a:pPr>
            <a:endParaRPr lang="es-ES" sz="1200" dirty="0"/>
          </a:p>
          <a:p>
            <a:pPr marL="0" indent="0">
              <a:buNone/>
            </a:pPr>
            <a:endParaRPr lang="es-ES" sz="1200" dirty="0"/>
          </a:p>
        </p:txBody>
      </p:sp>
    </p:spTree>
    <p:extLst>
      <p:ext uri="{BB962C8B-B14F-4D97-AF65-F5344CB8AC3E}">
        <p14:creationId xmlns:p14="http://schemas.microsoft.com/office/powerpoint/2010/main" val="897514531"/>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1826</Words>
  <Application>Microsoft Office PowerPoint</Application>
  <PresentationFormat>Panorámica</PresentationFormat>
  <Paragraphs>322</Paragraphs>
  <Slides>19</Slides>
  <Notes>16</Notes>
  <HiddenSlides>2</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19</vt:i4>
      </vt:variant>
    </vt:vector>
  </HeadingPairs>
  <TitlesOfParts>
    <vt:vector size="28" baseType="lpstr">
      <vt:lpstr>Arial</vt:lpstr>
      <vt:lpstr>Calibri</vt:lpstr>
      <vt:lpstr>Calibri Light</vt:lpstr>
      <vt:lpstr>helvetica</vt:lpstr>
      <vt:lpstr>Lato</vt:lpstr>
      <vt:lpstr>Open Sans</vt:lpstr>
      <vt:lpstr>Tahoma</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2026-05-07T12:41:20Z</dcterms:created>
  <dcterms:modified xsi:type="dcterms:W3CDTF">2026-05-07T12:41:29Z</dcterms:modified>
</cp:coreProperties>
</file>